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36"/>
  </p:notesMasterIdLst>
  <p:sldIdLst>
    <p:sldId id="273" r:id="rId2"/>
    <p:sldId id="257" r:id="rId3"/>
    <p:sldId id="259" r:id="rId4"/>
    <p:sldId id="260" r:id="rId5"/>
    <p:sldId id="261" r:id="rId6"/>
    <p:sldId id="262" r:id="rId7"/>
    <p:sldId id="269" r:id="rId8"/>
    <p:sldId id="263" r:id="rId9"/>
    <p:sldId id="275" r:id="rId10"/>
    <p:sldId id="278" r:id="rId11"/>
    <p:sldId id="277" r:id="rId12"/>
    <p:sldId id="279" r:id="rId13"/>
    <p:sldId id="280" r:id="rId14"/>
    <p:sldId id="258" r:id="rId15"/>
    <p:sldId id="281" r:id="rId16"/>
    <p:sldId id="282" r:id="rId17"/>
    <p:sldId id="283" r:id="rId18"/>
    <p:sldId id="284" r:id="rId19"/>
    <p:sldId id="285" r:id="rId20"/>
    <p:sldId id="286" r:id="rId21"/>
    <p:sldId id="287" r:id="rId22"/>
    <p:sldId id="288" r:id="rId23"/>
    <p:sldId id="264" r:id="rId24"/>
    <p:sldId id="265" r:id="rId25"/>
    <p:sldId id="270" r:id="rId26"/>
    <p:sldId id="290" r:id="rId27"/>
    <p:sldId id="291" r:id="rId28"/>
    <p:sldId id="292" r:id="rId29"/>
    <p:sldId id="293" r:id="rId30"/>
    <p:sldId id="294" r:id="rId31"/>
    <p:sldId id="295" r:id="rId32"/>
    <p:sldId id="296" r:id="rId33"/>
    <p:sldId id="297" r:id="rId34"/>
    <p:sldId id="274" r:id="rId35"/>
  </p:sldIdLst>
  <p:sldSz cx="6076950" cy="4552950"/>
  <p:notesSz cx="4552950" cy="60769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4" d="100"/>
          <a:sy n="94" d="100"/>
        </p:scale>
        <p:origin x="13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4407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Judu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ED64823-4540-AE37-A15F-C00CFAE6AF5C}"/>
              </a:ext>
            </a:extLst>
          </p:cNvPr>
          <p:cNvSpPr>
            <a:spLocks noGrp="1"/>
          </p:cNvSpPr>
          <p:nvPr>
            <p:ph type="ctrTitle"/>
          </p:nvPr>
        </p:nvSpPr>
        <p:spPr>
          <a:xfrm>
            <a:off x="759619" y="745124"/>
            <a:ext cx="4557713" cy="1585101"/>
          </a:xfrm>
        </p:spPr>
        <p:txBody>
          <a:bodyPr anchor="b"/>
          <a:lstStyle>
            <a:lvl1pPr algn="ctr">
              <a:defRPr sz="2990"/>
            </a:lvl1pPr>
          </a:lstStyle>
          <a:p>
            <a:r>
              <a:rPr lang="id-ID"/>
              <a:t>Klik untuk mengedit gaya judul Master</a:t>
            </a:r>
            <a:endParaRPr lang="en-US"/>
          </a:p>
        </p:txBody>
      </p:sp>
      <p:sp>
        <p:nvSpPr>
          <p:cNvPr id="3" name="Subjudul 2">
            <a:extLst>
              <a:ext uri="{FF2B5EF4-FFF2-40B4-BE49-F238E27FC236}">
                <a16:creationId xmlns:a16="http://schemas.microsoft.com/office/drawing/2014/main" id="{17D3F225-82D9-BBA2-533B-A68AA5536880}"/>
              </a:ext>
            </a:extLst>
          </p:cNvPr>
          <p:cNvSpPr>
            <a:spLocks noGrp="1"/>
          </p:cNvSpPr>
          <p:nvPr>
            <p:ph type="subTitle" idx="1"/>
          </p:nvPr>
        </p:nvSpPr>
        <p:spPr>
          <a:xfrm>
            <a:off x="759619" y="2391353"/>
            <a:ext cx="4557713" cy="1099242"/>
          </a:xfrm>
        </p:spPr>
        <p:txBody>
          <a:bodyPr/>
          <a:lstStyle>
            <a:lvl1pPr marL="0" indent="0" algn="ctr">
              <a:buNone/>
              <a:defRPr sz="1196"/>
            </a:lvl1pPr>
            <a:lvl2pPr marL="227868" indent="0" algn="ctr">
              <a:buNone/>
              <a:defRPr sz="997"/>
            </a:lvl2pPr>
            <a:lvl3pPr marL="455737" indent="0" algn="ctr">
              <a:buNone/>
              <a:defRPr sz="897"/>
            </a:lvl3pPr>
            <a:lvl4pPr marL="683605" indent="0" algn="ctr">
              <a:buNone/>
              <a:defRPr sz="797"/>
            </a:lvl4pPr>
            <a:lvl5pPr marL="911474" indent="0" algn="ctr">
              <a:buNone/>
              <a:defRPr sz="797"/>
            </a:lvl5pPr>
            <a:lvl6pPr marL="1139342" indent="0" algn="ctr">
              <a:buNone/>
              <a:defRPr sz="797"/>
            </a:lvl6pPr>
            <a:lvl7pPr marL="1367211" indent="0" algn="ctr">
              <a:buNone/>
              <a:defRPr sz="797"/>
            </a:lvl7pPr>
            <a:lvl8pPr marL="1595079" indent="0" algn="ctr">
              <a:buNone/>
              <a:defRPr sz="797"/>
            </a:lvl8pPr>
            <a:lvl9pPr marL="1822948" indent="0" algn="ctr">
              <a:buNone/>
              <a:defRPr sz="797"/>
            </a:lvl9pPr>
          </a:lstStyle>
          <a:p>
            <a:r>
              <a:rPr lang="id-ID"/>
              <a:t>Klik untuk mengedit gaya subjudul Master</a:t>
            </a:r>
            <a:endParaRPr lang="en-US"/>
          </a:p>
        </p:txBody>
      </p:sp>
      <p:sp>
        <p:nvSpPr>
          <p:cNvPr id="4" name="Tampungan Tanggal 3">
            <a:extLst>
              <a:ext uri="{FF2B5EF4-FFF2-40B4-BE49-F238E27FC236}">
                <a16:creationId xmlns:a16="http://schemas.microsoft.com/office/drawing/2014/main" id="{87DAD383-5486-F171-B795-FBFC401243C6}"/>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5" name="Tampungan Kaki 4">
            <a:extLst>
              <a:ext uri="{FF2B5EF4-FFF2-40B4-BE49-F238E27FC236}">
                <a16:creationId xmlns:a16="http://schemas.microsoft.com/office/drawing/2014/main" id="{034A377C-2B09-897C-FCCB-EAF898B54ECE}"/>
              </a:ext>
            </a:extLst>
          </p:cNvPr>
          <p:cNvSpPr>
            <a:spLocks noGrp="1"/>
          </p:cNvSpPr>
          <p:nvPr>
            <p:ph type="ftr" sz="quarter" idx="11"/>
          </p:nvPr>
        </p:nvSpPr>
        <p:spPr/>
        <p:txBody>
          <a:bodyPr/>
          <a:lstStyle/>
          <a:p>
            <a:endParaRPr lang="en-US"/>
          </a:p>
        </p:txBody>
      </p:sp>
      <p:sp>
        <p:nvSpPr>
          <p:cNvPr id="6" name="Tampungan Nomor Slide 5">
            <a:extLst>
              <a:ext uri="{FF2B5EF4-FFF2-40B4-BE49-F238E27FC236}">
                <a16:creationId xmlns:a16="http://schemas.microsoft.com/office/drawing/2014/main" id="{D05F7B78-0160-CEE2-983C-D7CE873CA643}"/>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22288769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3AD84C8-7B63-78F3-6DF6-059E339DB1B4}"/>
              </a:ext>
            </a:extLst>
          </p:cNvPr>
          <p:cNvSpPr>
            <a:spLocks noGrp="1"/>
          </p:cNvSpPr>
          <p:nvPr>
            <p:ph type="title"/>
          </p:nvPr>
        </p:nvSpPr>
        <p:spPr/>
        <p:txBody>
          <a:bodyPr/>
          <a:lstStyle/>
          <a:p>
            <a:r>
              <a:rPr lang="id-ID"/>
              <a:t>Klik untuk mengedit gaya judul Master</a:t>
            </a:r>
            <a:endParaRPr lang="en-US"/>
          </a:p>
        </p:txBody>
      </p:sp>
      <p:sp>
        <p:nvSpPr>
          <p:cNvPr id="3" name="Tampungan Konten 2">
            <a:extLst>
              <a:ext uri="{FF2B5EF4-FFF2-40B4-BE49-F238E27FC236}">
                <a16:creationId xmlns:a16="http://schemas.microsoft.com/office/drawing/2014/main" id="{6B82C2CF-6792-8400-A2E1-D17077CBBB88}"/>
              </a:ext>
            </a:extLst>
          </p:cNvPr>
          <p:cNvSpPr>
            <a:spLocks noGrp="1"/>
          </p:cNvSpPr>
          <p:nvPr>
            <p:ph idx="1"/>
          </p:nvPr>
        </p:nvSpPr>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4" name="Tampungan Tanggal 3">
            <a:extLst>
              <a:ext uri="{FF2B5EF4-FFF2-40B4-BE49-F238E27FC236}">
                <a16:creationId xmlns:a16="http://schemas.microsoft.com/office/drawing/2014/main" id="{61E8103E-7C99-B0AF-3DE6-902F0944BF93}"/>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5" name="Tampungan Kaki 4">
            <a:extLst>
              <a:ext uri="{FF2B5EF4-FFF2-40B4-BE49-F238E27FC236}">
                <a16:creationId xmlns:a16="http://schemas.microsoft.com/office/drawing/2014/main" id="{BFDC0C67-F472-DEFA-9B9F-430A1F9AEF05}"/>
              </a:ext>
            </a:extLst>
          </p:cNvPr>
          <p:cNvSpPr>
            <a:spLocks noGrp="1"/>
          </p:cNvSpPr>
          <p:nvPr>
            <p:ph type="ftr" sz="quarter" idx="11"/>
          </p:nvPr>
        </p:nvSpPr>
        <p:spPr/>
        <p:txBody>
          <a:bodyPr/>
          <a:lstStyle/>
          <a:p>
            <a:endParaRPr lang="en-US"/>
          </a:p>
        </p:txBody>
      </p:sp>
      <p:sp>
        <p:nvSpPr>
          <p:cNvPr id="6" name="Tampungan Nomor Slide 5">
            <a:extLst>
              <a:ext uri="{FF2B5EF4-FFF2-40B4-BE49-F238E27FC236}">
                <a16:creationId xmlns:a16="http://schemas.microsoft.com/office/drawing/2014/main" id="{47A7B37E-6AA2-08A9-B473-ACD587E9A319}"/>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9952824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eader Bagi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73AD03D-0B1C-51A1-D216-57B5E5D0D8A8}"/>
              </a:ext>
            </a:extLst>
          </p:cNvPr>
          <p:cNvSpPr>
            <a:spLocks noGrp="1"/>
          </p:cNvSpPr>
          <p:nvPr>
            <p:ph type="title"/>
          </p:nvPr>
        </p:nvSpPr>
        <p:spPr>
          <a:xfrm>
            <a:off x="414625" y="1135077"/>
            <a:ext cx="5241369" cy="1893900"/>
          </a:xfrm>
        </p:spPr>
        <p:txBody>
          <a:bodyPr anchor="b"/>
          <a:lstStyle>
            <a:lvl1pPr>
              <a:defRPr sz="2990"/>
            </a:lvl1pPr>
          </a:lstStyle>
          <a:p>
            <a:r>
              <a:rPr lang="id-ID"/>
              <a:t>Klik untuk mengedit gaya judul Master</a:t>
            </a:r>
            <a:endParaRPr lang="en-US"/>
          </a:p>
        </p:txBody>
      </p:sp>
      <p:sp>
        <p:nvSpPr>
          <p:cNvPr id="3" name="Tampungan Teks 2">
            <a:extLst>
              <a:ext uri="{FF2B5EF4-FFF2-40B4-BE49-F238E27FC236}">
                <a16:creationId xmlns:a16="http://schemas.microsoft.com/office/drawing/2014/main" id="{98672B31-7517-731C-377D-54404D8AFC15}"/>
              </a:ext>
            </a:extLst>
          </p:cNvPr>
          <p:cNvSpPr>
            <a:spLocks noGrp="1"/>
          </p:cNvSpPr>
          <p:nvPr>
            <p:ph type="body" idx="1"/>
          </p:nvPr>
        </p:nvSpPr>
        <p:spPr>
          <a:xfrm>
            <a:off x="414625" y="3046894"/>
            <a:ext cx="5241369" cy="995957"/>
          </a:xfrm>
        </p:spPr>
        <p:txBody>
          <a:bodyPr/>
          <a:lstStyle>
            <a:lvl1pPr marL="0" indent="0">
              <a:buNone/>
              <a:defRPr sz="1196">
                <a:solidFill>
                  <a:schemeClr val="tx1">
                    <a:tint val="75000"/>
                  </a:schemeClr>
                </a:solidFill>
              </a:defRPr>
            </a:lvl1pPr>
            <a:lvl2pPr marL="227868" indent="0">
              <a:buNone/>
              <a:defRPr sz="997">
                <a:solidFill>
                  <a:schemeClr val="tx1">
                    <a:tint val="75000"/>
                  </a:schemeClr>
                </a:solidFill>
              </a:defRPr>
            </a:lvl2pPr>
            <a:lvl3pPr marL="455737" indent="0">
              <a:buNone/>
              <a:defRPr sz="897">
                <a:solidFill>
                  <a:schemeClr val="tx1">
                    <a:tint val="75000"/>
                  </a:schemeClr>
                </a:solidFill>
              </a:defRPr>
            </a:lvl3pPr>
            <a:lvl4pPr marL="683605" indent="0">
              <a:buNone/>
              <a:defRPr sz="797">
                <a:solidFill>
                  <a:schemeClr val="tx1">
                    <a:tint val="75000"/>
                  </a:schemeClr>
                </a:solidFill>
              </a:defRPr>
            </a:lvl4pPr>
            <a:lvl5pPr marL="911474" indent="0">
              <a:buNone/>
              <a:defRPr sz="797">
                <a:solidFill>
                  <a:schemeClr val="tx1">
                    <a:tint val="75000"/>
                  </a:schemeClr>
                </a:solidFill>
              </a:defRPr>
            </a:lvl5pPr>
            <a:lvl6pPr marL="1139342" indent="0">
              <a:buNone/>
              <a:defRPr sz="797">
                <a:solidFill>
                  <a:schemeClr val="tx1">
                    <a:tint val="75000"/>
                  </a:schemeClr>
                </a:solidFill>
              </a:defRPr>
            </a:lvl6pPr>
            <a:lvl7pPr marL="1367211" indent="0">
              <a:buNone/>
              <a:defRPr sz="797">
                <a:solidFill>
                  <a:schemeClr val="tx1">
                    <a:tint val="75000"/>
                  </a:schemeClr>
                </a:solidFill>
              </a:defRPr>
            </a:lvl7pPr>
            <a:lvl8pPr marL="1595079" indent="0">
              <a:buNone/>
              <a:defRPr sz="797">
                <a:solidFill>
                  <a:schemeClr val="tx1">
                    <a:tint val="75000"/>
                  </a:schemeClr>
                </a:solidFill>
              </a:defRPr>
            </a:lvl8pPr>
            <a:lvl9pPr marL="1822948" indent="0">
              <a:buNone/>
              <a:defRPr sz="797">
                <a:solidFill>
                  <a:schemeClr val="tx1">
                    <a:tint val="75000"/>
                  </a:schemeClr>
                </a:solidFill>
              </a:defRPr>
            </a:lvl9pPr>
          </a:lstStyle>
          <a:p>
            <a:pPr lvl="0"/>
            <a:r>
              <a:rPr lang="id-ID"/>
              <a:t>Klik untuk edit gaya teks Master</a:t>
            </a:r>
          </a:p>
        </p:txBody>
      </p:sp>
      <p:sp>
        <p:nvSpPr>
          <p:cNvPr id="4" name="Tampungan Tanggal 3">
            <a:extLst>
              <a:ext uri="{FF2B5EF4-FFF2-40B4-BE49-F238E27FC236}">
                <a16:creationId xmlns:a16="http://schemas.microsoft.com/office/drawing/2014/main" id="{E62C2701-071B-E539-A2CB-A2070E43C20D}"/>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5" name="Tampungan Kaki 4">
            <a:extLst>
              <a:ext uri="{FF2B5EF4-FFF2-40B4-BE49-F238E27FC236}">
                <a16:creationId xmlns:a16="http://schemas.microsoft.com/office/drawing/2014/main" id="{1B024497-9D75-E108-CA15-954692099A04}"/>
              </a:ext>
            </a:extLst>
          </p:cNvPr>
          <p:cNvSpPr>
            <a:spLocks noGrp="1"/>
          </p:cNvSpPr>
          <p:nvPr>
            <p:ph type="ftr" sz="quarter" idx="11"/>
          </p:nvPr>
        </p:nvSpPr>
        <p:spPr/>
        <p:txBody>
          <a:bodyPr/>
          <a:lstStyle/>
          <a:p>
            <a:endParaRPr lang="en-US"/>
          </a:p>
        </p:txBody>
      </p:sp>
      <p:sp>
        <p:nvSpPr>
          <p:cNvPr id="6" name="Tampungan Nomor Slide 5">
            <a:extLst>
              <a:ext uri="{FF2B5EF4-FFF2-40B4-BE49-F238E27FC236}">
                <a16:creationId xmlns:a16="http://schemas.microsoft.com/office/drawing/2014/main" id="{FB1F33EF-5C5A-9696-FF9D-3B81E0C8DD24}"/>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29730751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C3998F05-59F6-4487-6A4D-87EA19DB439D}"/>
              </a:ext>
            </a:extLst>
          </p:cNvPr>
          <p:cNvSpPr>
            <a:spLocks noGrp="1"/>
          </p:cNvSpPr>
          <p:nvPr>
            <p:ph type="title"/>
          </p:nvPr>
        </p:nvSpPr>
        <p:spPr/>
        <p:txBody>
          <a:bodyPr/>
          <a:lstStyle/>
          <a:p>
            <a:r>
              <a:rPr lang="id-ID"/>
              <a:t>Klik untuk mengedit gaya judul Master</a:t>
            </a:r>
            <a:endParaRPr lang="en-US"/>
          </a:p>
        </p:txBody>
      </p:sp>
      <p:sp>
        <p:nvSpPr>
          <p:cNvPr id="3" name="Tampungan Konten 2">
            <a:extLst>
              <a:ext uri="{FF2B5EF4-FFF2-40B4-BE49-F238E27FC236}">
                <a16:creationId xmlns:a16="http://schemas.microsoft.com/office/drawing/2014/main" id="{4DBAE8AD-5D61-73D8-92C9-DD74F26A2E92}"/>
              </a:ext>
            </a:extLst>
          </p:cNvPr>
          <p:cNvSpPr>
            <a:spLocks noGrp="1"/>
          </p:cNvSpPr>
          <p:nvPr>
            <p:ph sz="half" idx="1"/>
          </p:nvPr>
        </p:nvSpPr>
        <p:spPr>
          <a:xfrm>
            <a:off x="417790" y="1212012"/>
            <a:ext cx="2582704" cy="2888805"/>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4" name="Tampungan Konten 3">
            <a:extLst>
              <a:ext uri="{FF2B5EF4-FFF2-40B4-BE49-F238E27FC236}">
                <a16:creationId xmlns:a16="http://schemas.microsoft.com/office/drawing/2014/main" id="{C3F6F9F3-1C16-98A8-ECCB-8EEF9757D87C}"/>
              </a:ext>
            </a:extLst>
          </p:cNvPr>
          <p:cNvSpPr>
            <a:spLocks noGrp="1"/>
          </p:cNvSpPr>
          <p:nvPr>
            <p:ph sz="half" idx="2"/>
          </p:nvPr>
        </p:nvSpPr>
        <p:spPr>
          <a:xfrm>
            <a:off x="3076456" y="1212012"/>
            <a:ext cx="2582704" cy="2888805"/>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5" name="Tampungan Tanggal 4">
            <a:extLst>
              <a:ext uri="{FF2B5EF4-FFF2-40B4-BE49-F238E27FC236}">
                <a16:creationId xmlns:a16="http://schemas.microsoft.com/office/drawing/2014/main" id="{B07447B0-BE6C-DBEA-29A8-47EB900646BC}"/>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6" name="Tampungan Kaki 5">
            <a:extLst>
              <a:ext uri="{FF2B5EF4-FFF2-40B4-BE49-F238E27FC236}">
                <a16:creationId xmlns:a16="http://schemas.microsoft.com/office/drawing/2014/main" id="{5313B5DF-6AF6-277A-E6A8-70E2A510E74D}"/>
              </a:ext>
            </a:extLst>
          </p:cNvPr>
          <p:cNvSpPr>
            <a:spLocks noGrp="1"/>
          </p:cNvSpPr>
          <p:nvPr>
            <p:ph type="ftr" sz="quarter" idx="11"/>
          </p:nvPr>
        </p:nvSpPr>
        <p:spPr/>
        <p:txBody>
          <a:bodyPr/>
          <a:lstStyle/>
          <a:p>
            <a:endParaRPr lang="en-US"/>
          </a:p>
        </p:txBody>
      </p:sp>
      <p:sp>
        <p:nvSpPr>
          <p:cNvPr id="7" name="Tampungan Nomor Slide 6">
            <a:extLst>
              <a:ext uri="{FF2B5EF4-FFF2-40B4-BE49-F238E27FC236}">
                <a16:creationId xmlns:a16="http://schemas.microsoft.com/office/drawing/2014/main" id="{FCBCFFF9-282A-A871-F711-D843B53D959D}"/>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188518438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erbandi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2DE0BB4-408F-5964-786C-EA1316DED4CE}"/>
              </a:ext>
            </a:extLst>
          </p:cNvPr>
          <p:cNvSpPr>
            <a:spLocks noGrp="1"/>
          </p:cNvSpPr>
          <p:nvPr>
            <p:ph type="title"/>
          </p:nvPr>
        </p:nvSpPr>
        <p:spPr>
          <a:xfrm>
            <a:off x="418582" y="242403"/>
            <a:ext cx="5241369" cy="880027"/>
          </a:xfrm>
        </p:spPr>
        <p:txBody>
          <a:bodyPr/>
          <a:lstStyle/>
          <a:p>
            <a:r>
              <a:rPr lang="id-ID"/>
              <a:t>Klik untuk mengedit gaya judul Master</a:t>
            </a:r>
            <a:endParaRPr lang="en-US"/>
          </a:p>
        </p:txBody>
      </p:sp>
      <p:sp>
        <p:nvSpPr>
          <p:cNvPr id="3" name="Tampungan Teks 2">
            <a:extLst>
              <a:ext uri="{FF2B5EF4-FFF2-40B4-BE49-F238E27FC236}">
                <a16:creationId xmlns:a16="http://schemas.microsoft.com/office/drawing/2014/main" id="{E0F437CE-F090-5EC0-C7D4-6225F38B2AD7}"/>
              </a:ext>
            </a:extLst>
          </p:cNvPr>
          <p:cNvSpPr>
            <a:spLocks noGrp="1"/>
          </p:cNvSpPr>
          <p:nvPr>
            <p:ph type="body" idx="1"/>
          </p:nvPr>
        </p:nvSpPr>
        <p:spPr>
          <a:xfrm>
            <a:off x="418582" y="1116105"/>
            <a:ext cx="2570834" cy="546986"/>
          </a:xfrm>
        </p:spPr>
        <p:txBody>
          <a:bodyPr anchor="b"/>
          <a:lstStyle>
            <a:lvl1pPr marL="0" indent="0">
              <a:buNone/>
              <a:defRPr sz="1196" b="1"/>
            </a:lvl1pPr>
            <a:lvl2pPr marL="227868" indent="0">
              <a:buNone/>
              <a:defRPr sz="997" b="1"/>
            </a:lvl2pPr>
            <a:lvl3pPr marL="455737" indent="0">
              <a:buNone/>
              <a:defRPr sz="897" b="1"/>
            </a:lvl3pPr>
            <a:lvl4pPr marL="683605" indent="0">
              <a:buNone/>
              <a:defRPr sz="797" b="1"/>
            </a:lvl4pPr>
            <a:lvl5pPr marL="911474" indent="0">
              <a:buNone/>
              <a:defRPr sz="797" b="1"/>
            </a:lvl5pPr>
            <a:lvl6pPr marL="1139342" indent="0">
              <a:buNone/>
              <a:defRPr sz="797" b="1"/>
            </a:lvl6pPr>
            <a:lvl7pPr marL="1367211" indent="0">
              <a:buNone/>
              <a:defRPr sz="797" b="1"/>
            </a:lvl7pPr>
            <a:lvl8pPr marL="1595079" indent="0">
              <a:buNone/>
              <a:defRPr sz="797" b="1"/>
            </a:lvl8pPr>
            <a:lvl9pPr marL="1822948" indent="0">
              <a:buNone/>
              <a:defRPr sz="797" b="1"/>
            </a:lvl9pPr>
          </a:lstStyle>
          <a:p>
            <a:pPr lvl="0"/>
            <a:r>
              <a:rPr lang="id-ID"/>
              <a:t>Klik untuk edit gaya teks Master</a:t>
            </a:r>
          </a:p>
        </p:txBody>
      </p:sp>
      <p:sp>
        <p:nvSpPr>
          <p:cNvPr id="4" name="Tampungan Konten 3">
            <a:extLst>
              <a:ext uri="{FF2B5EF4-FFF2-40B4-BE49-F238E27FC236}">
                <a16:creationId xmlns:a16="http://schemas.microsoft.com/office/drawing/2014/main" id="{D75FCC79-4A3F-8F1C-35C1-8FB1036EB7EB}"/>
              </a:ext>
            </a:extLst>
          </p:cNvPr>
          <p:cNvSpPr>
            <a:spLocks noGrp="1"/>
          </p:cNvSpPr>
          <p:nvPr>
            <p:ph sz="half" idx="2"/>
          </p:nvPr>
        </p:nvSpPr>
        <p:spPr>
          <a:xfrm>
            <a:off x="418582" y="1663091"/>
            <a:ext cx="2570834" cy="2446157"/>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5" name="Tampungan Teks 4">
            <a:extLst>
              <a:ext uri="{FF2B5EF4-FFF2-40B4-BE49-F238E27FC236}">
                <a16:creationId xmlns:a16="http://schemas.microsoft.com/office/drawing/2014/main" id="{A322488B-02B3-86C2-B591-8F42BBF2D7D6}"/>
              </a:ext>
            </a:extLst>
          </p:cNvPr>
          <p:cNvSpPr>
            <a:spLocks noGrp="1"/>
          </p:cNvSpPr>
          <p:nvPr>
            <p:ph type="body" sz="quarter" idx="3"/>
          </p:nvPr>
        </p:nvSpPr>
        <p:spPr>
          <a:xfrm>
            <a:off x="3076456" y="1116105"/>
            <a:ext cx="2583495" cy="546986"/>
          </a:xfrm>
        </p:spPr>
        <p:txBody>
          <a:bodyPr anchor="b"/>
          <a:lstStyle>
            <a:lvl1pPr marL="0" indent="0">
              <a:buNone/>
              <a:defRPr sz="1196" b="1"/>
            </a:lvl1pPr>
            <a:lvl2pPr marL="227868" indent="0">
              <a:buNone/>
              <a:defRPr sz="997" b="1"/>
            </a:lvl2pPr>
            <a:lvl3pPr marL="455737" indent="0">
              <a:buNone/>
              <a:defRPr sz="897" b="1"/>
            </a:lvl3pPr>
            <a:lvl4pPr marL="683605" indent="0">
              <a:buNone/>
              <a:defRPr sz="797" b="1"/>
            </a:lvl4pPr>
            <a:lvl5pPr marL="911474" indent="0">
              <a:buNone/>
              <a:defRPr sz="797" b="1"/>
            </a:lvl5pPr>
            <a:lvl6pPr marL="1139342" indent="0">
              <a:buNone/>
              <a:defRPr sz="797" b="1"/>
            </a:lvl6pPr>
            <a:lvl7pPr marL="1367211" indent="0">
              <a:buNone/>
              <a:defRPr sz="797" b="1"/>
            </a:lvl7pPr>
            <a:lvl8pPr marL="1595079" indent="0">
              <a:buNone/>
              <a:defRPr sz="797" b="1"/>
            </a:lvl8pPr>
            <a:lvl9pPr marL="1822948" indent="0">
              <a:buNone/>
              <a:defRPr sz="797" b="1"/>
            </a:lvl9pPr>
          </a:lstStyle>
          <a:p>
            <a:pPr lvl="0"/>
            <a:r>
              <a:rPr lang="id-ID"/>
              <a:t>Klik untuk edit gaya teks Master</a:t>
            </a:r>
          </a:p>
        </p:txBody>
      </p:sp>
      <p:sp>
        <p:nvSpPr>
          <p:cNvPr id="6" name="Tampungan Konten 5">
            <a:extLst>
              <a:ext uri="{FF2B5EF4-FFF2-40B4-BE49-F238E27FC236}">
                <a16:creationId xmlns:a16="http://schemas.microsoft.com/office/drawing/2014/main" id="{9ABBE4A5-A7C9-FE35-A65E-CAC84E14D660}"/>
              </a:ext>
            </a:extLst>
          </p:cNvPr>
          <p:cNvSpPr>
            <a:spLocks noGrp="1"/>
          </p:cNvSpPr>
          <p:nvPr>
            <p:ph sz="quarter" idx="4"/>
          </p:nvPr>
        </p:nvSpPr>
        <p:spPr>
          <a:xfrm>
            <a:off x="3076456" y="1663091"/>
            <a:ext cx="2583495" cy="2446157"/>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7" name="Tampungan Tanggal 6">
            <a:extLst>
              <a:ext uri="{FF2B5EF4-FFF2-40B4-BE49-F238E27FC236}">
                <a16:creationId xmlns:a16="http://schemas.microsoft.com/office/drawing/2014/main" id="{E3124E1C-3BF3-1996-E79C-E12A80C71D17}"/>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8" name="Tampungan Kaki 7">
            <a:extLst>
              <a:ext uri="{FF2B5EF4-FFF2-40B4-BE49-F238E27FC236}">
                <a16:creationId xmlns:a16="http://schemas.microsoft.com/office/drawing/2014/main" id="{8150286C-9F64-EBEE-544F-67D931BB3034}"/>
              </a:ext>
            </a:extLst>
          </p:cNvPr>
          <p:cNvSpPr>
            <a:spLocks noGrp="1"/>
          </p:cNvSpPr>
          <p:nvPr>
            <p:ph type="ftr" sz="quarter" idx="11"/>
          </p:nvPr>
        </p:nvSpPr>
        <p:spPr/>
        <p:txBody>
          <a:bodyPr/>
          <a:lstStyle/>
          <a:p>
            <a:endParaRPr lang="en-US"/>
          </a:p>
        </p:txBody>
      </p:sp>
      <p:sp>
        <p:nvSpPr>
          <p:cNvPr id="9" name="Tampungan Nomor Slide 8">
            <a:extLst>
              <a:ext uri="{FF2B5EF4-FFF2-40B4-BE49-F238E27FC236}">
                <a16:creationId xmlns:a16="http://schemas.microsoft.com/office/drawing/2014/main" id="{40B2E39A-5357-0CC9-B8F8-1BD4918B086B}"/>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321170616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udul Saja">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14B270DB-A470-AD50-7BC3-6179859A5AFF}"/>
              </a:ext>
            </a:extLst>
          </p:cNvPr>
          <p:cNvSpPr>
            <a:spLocks noGrp="1"/>
          </p:cNvSpPr>
          <p:nvPr>
            <p:ph type="title"/>
          </p:nvPr>
        </p:nvSpPr>
        <p:spPr/>
        <p:txBody>
          <a:bodyPr/>
          <a:lstStyle/>
          <a:p>
            <a:r>
              <a:rPr lang="id-ID"/>
              <a:t>Klik untuk mengedit gaya judul Master</a:t>
            </a:r>
            <a:endParaRPr lang="en-US"/>
          </a:p>
        </p:txBody>
      </p:sp>
      <p:sp>
        <p:nvSpPr>
          <p:cNvPr id="3" name="Tampungan Tanggal 2">
            <a:extLst>
              <a:ext uri="{FF2B5EF4-FFF2-40B4-BE49-F238E27FC236}">
                <a16:creationId xmlns:a16="http://schemas.microsoft.com/office/drawing/2014/main" id="{C6CF6D1C-484E-052F-3465-325FEC79A8E2}"/>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4" name="Tampungan Kaki 3">
            <a:extLst>
              <a:ext uri="{FF2B5EF4-FFF2-40B4-BE49-F238E27FC236}">
                <a16:creationId xmlns:a16="http://schemas.microsoft.com/office/drawing/2014/main" id="{A0051302-BD30-AA10-49D2-34316B85091A}"/>
              </a:ext>
            </a:extLst>
          </p:cNvPr>
          <p:cNvSpPr>
            <a:spLocks noGrp="1"/>
          </p:cNvSpPr>
          <p:nvPr>
            <p:ph type="ftr" sz="quarter" idx="11"/>
          </p:nvPr>
        </p:nvSpPr>
        <p:spPr/>
        <p:txBody>
          <a:bodyPr/>
          <a:lstStyle/>
          <a:p>
            <a:endParaRPr lang="en-US"/>
          </a:p>
        </p:txBody>
      </p:sp>
      <p:sp>
        <p:nvSpPr>
          <p:cNvPr id="5" name="Tampungan Nomor Slide 4">
            <a:extLst>
              <a:ext uri="{FF2B5EF4-FFF2-40B4-BE49-F238E27FC236}">
                <a16:creationId xmlns:a16="http://schemas.microsoft.com/office/drawing/2014/main" id="{040C2D7C-474A-D459-4007-BE8861BBFD4F}"/>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400367970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Kosong">
    <p:spTree>
      <p:nvGrpSpPr>
        <p:cNvPr id="1" name=""/>
        <p:cNvGrpSpPr/>
        <p:nvPr/>
      </p:nvGrpSpPr>
      <p:grpSpPr>
        <a:xfrm>
          <a:off x="0" y="0"/>
          <a:ext cx="0" cy="0"/>
          <a:chOff x="0" y="0"/>
          <a:chExt cx="0" cy="0"/>
        </a:xfrm>
      </p:grpSpPr>
      <p:sp>
        <p:nvSpPr>
          <p:cNvPr id="2" name="Tampungan Tanggal 1">
            <a:extLst>
              <a:ext uri="{FF2B5EF4-FFF2-40B4-BE49-F238E27FC236}">
                <a16:creationId xmlns:a16="http://schemas.microsoft.com/office/drawing/2014/main" id="{C0EEFD5B-561B-CB20-0E39-E9E04534CF7A}"/>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3" name="Tampungan Kaki 2">
            <a:extLst>
              <a:ext uri="{FF2B5EF4-FFF2-40B4-BE49-F238E27FC236}">
                <a16:creationId xmlns:a16="http://schemas.microsoft.com/office/drawing/2014/main" id="{C89399B8-9364-C342-9759-364D4E804872}"/>
              </a:ext>
            </a:extLst>
          </p:cNvPr>
          <p:cNvSpPr>
            <a:spLocks noGrp="1"/>
          </p:cNvSpPr>
          <p:nvPr>
            <p:ph type="ftr" sz="quarter" idx="11"/>
          </p:nvPr>
        </p:nvSpPr>
        <p:spPr/>
        <p:txBody>
          <a:bodyPr/>
          <a:lstStyle/>
          <a:p>
            <a:endParaRPr lang="en-US"/>
          </a:p>
        </p:txBody>
      </p:sp>
      <p:sp>
        <p:nvSpPr>
          <p:cNvPr id="4" name="Tampungan Nomor Slide 3">
            <a:extLst>
              <a:ext uri="{FF2B5EF4-FFF2-40B4-BE49-F238E27FC236}">
                <a16:creationId xmlns:a16="http://schemas.microsoft.com/office/drawing/2014/main" id="{06519F2D-B3FD-985F-0751-528EA2006495}"/>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378122669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Konten dengan Ketera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1DD5BD3-83AE-EFE5-C4FA-F197BB6FB242}"/>
              </a:ext>
            </a:extLst>
          </p:cNvPr>
          <p:cNvSpPr>
            <a:spLocks noGrp="1"/>
          </p:cNvSpPr>
          <p:nvPr>
            <p:ph type="title"/>
          </p:nvPr>
        </p:nvSpPr>
        <p:spPr>
          <a:xfrm>
            <a:off x="418582" y="303530"/>
            <a:ext cx="1959974" cy="1062355"/>
          </a:xfrm>
        </p:spPr>
        <p:txBody>
          <a:bodyPr anchor="b"/>
          <a:lstStyle>
            <a:lvl1pPr>
              <a:defRPr sz="1595"/>
            </a:lvl1pPr>
          </a:lstStyle>
          <a:p>
            <a:r>
              <a:rPr lang="id-ID"/>
              <a:t>Klik untuk mengedit gaya judul Master</a:t>
            </a:r>
            <a:endParaRPr lang="en-US"/>
          </a:p>
        </p:txBody>
      </p:sp>
      <p:sp>
        <p:nvSpPr>
          <p:cNvPr id="3" name="Tampungan Konten 2">
            <a:extLst>
              <a:ext uri="{FF2B5EF4-FFF2-40B4-BE49-F238E27FC236}">
                <a16:creationId xmlns:a16="http://schemas.microsoft.com/office/drawing/2014/main" id="{B073655C-3408-C78D-16F4-806D7FA46B0C}"/>
              </a:ext>
            </a:extLst>
          </p:cNvPr>
          <p:cNvSpPr>
            <a:spLocks noGrp="1"/>
          </p:cNvSpPr>
          <p:nvPr>
            <p:ph idx="1"/>
          </p:nvPr>
        </p:nvSpPr>
        <p:spPr>
          <a:xfrm>
            <a:off x="2583495" y="655541"/>
            <a:ext cx="3076456" cy="3235545"/>
          </a:xfrm>
        </p:spPr>
        <p:txBody>
          <a:bodyPr/>
          <a:lstStyle>
            <a:lvl1pPr>
              <a:defRPr sz="1595"/>
            </a:lvl1pPr>
            <a:lvl2pPr>
              <a:defRPr sz="1396"/>
            </a:lvl2pPr>
            <a:lvl3pPr>
              <a:defRPr sz="1196"/>
            </a:lvl3pPr>
            <a:lvl4pPr>
              <a:defRPr sz="997"/>
            </a:lvl4pPr>
            <a:lvl5pPr>
              <a:defRPr sz="997"/>
            </a:lvl5pPr>
            <a:lvl6pPr>
              <a:defRPr sz="997"/>
            </a:lvl6pPr>
            <a:lvl7pPr>
              <a:defRPr sz="997"/>
            </a:lvl7pPr>
            <a:lvl8pPr>
              <a:defRPr sz="997"/>
            </a:lvl8pPr>
            <a:lvl9pPr>
              <a:defRPr sz="997"/>
            </a:lvl9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4" name="Tampungan Teks 3">
            <a:extLst>
              <a:ext uri="{FF2B5EF4-FFF2-40B4-BE49-F238E27FC236}">
                <a16:creationId xmlns:a16="http://schemas.microsoft.com/office/drawing/2014/main" id="{917E370B-F949-DEB0-24B4-BB1C82D70953}"/>
              </a:ext>
            </a:extLst>
          </p:cNvPr>
          <p:cNvSpPr>
            <a:spLocks noGrp="1"/>
          </p:cNvSpPr>
          <p:nvPr>
            <p:ph type="body" sz="half" idx="2"/>
          </p:nvPr>
        </p:nvSpPr>
        <p:spPr>
          <a:xfrm>
            <a:off x="418582" y="1365885"/>
            <a:ext cx="1959974" cy="2530471"/>
          </a:xfrm>
        </p:spPr>
        <p:txBody>
          <a:bodyPr/>
          <a:lstStyle>
            <a:lvl1pPr marL="0" indent="0">
              <a:buNone/>
              <a:defRPr sz="797"/>
            </a:lvl1pPr>
            <a:lvl2pPr marL="227868" indent="0">
              <a:buNone/>
              <a:defRPr sz="698"/>
            </a:lvl2pPr>
            <a:lvl3pPr marL="455737" indent="0">
              <a:buNone/>
              <a:defRPr sz="598"/>
            </a:lvl3pPr>
            <a:lvl4pPr marL="683605" indent="0">
              <a:buNone/>
              <a:defRPr sz="498"/>
            </a:lvl4pPr>
            <a:lvl5pPr marL="911474" indent="0">
              <a:buNone/>
              <a:defRPr sz="498"/>
            </a:lvl5pPr>
            <a:lvl6pPr marL="1139342" indent="0">
              <a:buNone/>
              <a:defRPr sz="498"/>
            </a:lvl6pPr>
            <a:lvl7pPr marL="1367211" indent="0">
              <a:buNone/>
              <a:defRPr sz="498"/>
            </a:lvl7pPr>
            <a:lvl8pPr marL="1595079" indent="0">
              <a:buNone/>
              <a:defRPr sz="498"/>
            </a:lvl8pPr>
            <a:lvl9pPr marL="1822948" indent="0">
              <a:buNone/>
              <a:defRPr sz="498"/>
            </a:lvl9pPr>
          </a:lstStyle>
          <a:p>
            <a:pPr lvl="0"/>
            <a:r>
              <a:rPr lang="id-ID"/>
              <a:t>Klik untuk edit gaya teks Master</a:t>
            </a:r>
          </a:p>
        </p:txBody>
      </p:sp>
      <p:sp>
        <p:nvSpPr>
          <p:cNvPr id="5" name="Tampungan Tanggal 4">
            <a:extLst>
              <a:ext uri="{FF2B5EF4-FFF2-40B4-BE49-F238E27FC236}">
                <a16:creationId xmlns:a16="http://schemas.microsoft.com/office/drawing/2014/main" id="{395D2645-57DA-62D2-FA7C-5D6873765F36}"/>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6" name="Tampungan Kaki 5">
            <a:extLst>
              <a:ext uri="{FF2B5EF4-FFF2-40B4-BE49-F238E27FC236}">
                <a16:creationId xmlns:a16="http://schemas.microsoft.com/office/drawing/2014/main" id="{56C3F4B5-2968-94AC-B6B2-01533911360B}"/>
              </a:ext>
            </a:extLst>
          </p:cNvPr>
          <p:cNvSpPr>
            <a:spLocks noGrp="1"/>
          </p:cNvSpPr>
          <p:nvPr>
            <p:ph type="ftr" sz="quarter" idx="11"/>
          </p:nvPr>
        </p:nvSpPr>
        <p:spPr/>
        <p:txBody>
          <a:bodyPr/>
          <a:lstStyle/>
          <a:p>
            <a:endParaRPr lang="en-US"/>
          </a:p>
        </p:txBody>
      </p:sp>
      <p:sp>
        <p:nvSpPr>
          <p:cNvPr id="7" name="Tampungan Nomor Slide 6">
            <a:extLst>
              <a:ext uri="{FF2B5EF4-FFF2-40B4-BE49-F238E27FC236}">
                <a16:creationId xmlns:a16="http://schemas.microsoft.com/office/drawing/2014/main" id="{69E3B1D6-63A1-CC1C-1C4B-6A5B848B388C}"/>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60183384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Gambar dengan Ketera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7D8DFDF-0A25-6A09-CEF3-7CEA81943326}"/>
              </a:ext>
            </a:extLst>
          </p:cNvPr>
          <p:cNvSpPr>
            <a:spLocks noGrp="1"/>
          </p:cNvSpPr>
          <p:nvPr>
            <p:ph type="title"/>
          </p:nvPr>
        </p:nvSpPr>
        <p:spPr>
          <a:xfrm>
            <a:off x="418582" y="303530"/>
            <a:ext cx="1959974" cy="1062355"/>
          </a:xfrm>
        </p:spPr>
        <p:txBody>
          <a:bodyPr anchor="b"/>
          <a:lstStyle>
            <a:lvl1pPr>
              <a:defRPr sz="1595"/>
            </a:lvl1pPr>
          </a:lstStyle>
          <a:p>
            <a:r>
              <a:rPr lang="id-ID"/>
              <a:t>Klik untuk mengedit gaya judul Master</a:t>
            </a:r>
            <a:endParaRPr lang="en-US"/>
          </a:p>
        </p:txBody>
      </p:sp>
      <p:sp>
        <p:nvSpPr>
          <p:cNvPr id="3" name="Tampungan Gambar 2">
            <a:extLst>
              <a:ext uri="{FF2B5EF4-FFF2-40B4-BE49-F238E27FC236}">
                <a16:creationId xmlns:a16="http://schemas.microsoft.com/office/drawing/2014/main" id="{56E7931D-6DD1-471B-8093-461B64D1DEB8}"/>
              </a:ext>
            </a:extLst>
          </p:cNvPr>
          <p:cNvSpPr>
            <a:spLocks noGrp="1"/>
          </p:cNvSpPr>
          <p:nvPr>
            <p:ph type="pic" idx="1"/>
          </p:nvPr>
        </p:nvSpPr>
        <p:spPr>
          <a:xfrm>
            <a:off x="2583495" y="655541"/>
            <a:ext cx="3076456" cy="3235545"/>
          </a:xfrm>
        </p:spPr>
        <p:txBody>
          <a:bodyPr/>
          <a:lstStyle>
            <a:lvl1pPr marL="0" indent="0">
              <a:buNone/>
              <a:defRPr sz="1595"/>
            </a:lvl1pPr>
            <a:lvl2pPr marL="227868" indent="0">
              <a:buNone/>
              <a:defRPr sz="1396"/>
            </a:lvl2pPr>
            <a:lvl3pPr marL="455737" indent="0">
              <a:buNone/>
              <a:defRPr sz="1196"/>
            </a:lvl3pPr>
            <a:lvl4pPr marL="683605" indent="0">
              <a:buNone/>
              <a:defRPr sz="997"/>
            </a:lvl4pPr>
            <a:lvl5pPr marL="911474" indent="0">
              <a:buNone/>
              <a:defRPr sz="997"/>
            </a:lvl5pPr>
            <a:lvl6pPr marL="1139342" indent="0">
              <a:buNone/>
              <a:defRPr sz="997"/>
            </a:lvl6pPr>
            <a:lvl7pPr marL="1367211" indent="0">
              <a:buNone/>
              <a:defRPr sz="997"/>
            </a:lvl7pPr>
            <a:lvl8pPr marL="1595079" indent="0">
              <a:buNone/>
              <a:defRPr sz="997"/>
            </a:lvl8pPr>
            <a:lvl9pPr marL="1822948" indent="0">
              <a:buNone/>
              <a:defRPr sz="997"/>
            </a:lvl9pPr>
          </a:lstStyle>
          <a:p>
            <a:endParaRPr lang="en-US"/>
          </a:p>
        </p:txBody>
      </p:sp>
      <p:sp>
        <p:nvSpPr>
          <p:cNvPr id="4" name="Tampungan Teks 3">
            <a:extLst>
              <a:ext uri="{FF2B5EF4-FFF2-40B4-BE49-F238E27FC236}">
                <a16:creationId xmlns:a16="http://schemas.microsoft.com/office/drawing/2014/main" id="{9579BEF0-EBED-AB90-881B-121CD10AFB22}"/>
              </a:ext>
            </a:extLst>
          </p:cNvPr>
          <p:cNvSpPr>
            <a:spLocks noGrp="1"/>
          </p:cNvSpPr>
          <p:nvPr>
            <p:ph type="body" sz="half" idx="2"/>
          </p:nvPr>
        </p:nvSpPr>
        <p:spPr>
          <a:xfrm>
            <a:off x="418582" y="1365885"/>
            <a:ext cx="1959974" cy="2530471"/>
          </a:xfrm>
        </p:spPr>
        <p:txBody>
          <a:bodyPr/>
          <a:lstStyle>
            <a:lvl1pPr marL="0" indent="0">
              <a:buNone/>
              <a:defRPr sz="797"/>
            </a:lvl1pPr>
            <a:lvl2pPr marL="227868" indent="0">
              <a:buNone/>
              <a:defRPr sz="698"/>
            </a:lvl2pPr>
            <a:lvl3pPr marL="455737" indent="0">
              <a:buNone/>
              <a:defRPr sz="598"/>
            </a:lvl3pPr>
            <a:lvl4pPr marL="683605" indent="0">
              <a:buNone/>
              <a:defRPr sz="498"/>
            </a:lvl4pPr>
            <a:lvl5pPr marL="911474" indent="0">
              <a:buNone/>
              <a:defRPr sz="498"/>
            </a:lvl5pPr>
            <a:lvl6pPr marL="1139342" indent="0">
              <a:buNone/>
              <a:defRPr sz="498"/>
            </a:lvl6pPr>
            <a:lvl7pPr marL="1367211" indent="0">
              <a:buNone/>
              <a:defRPr sz="498"/>
            </a:lvl7pPr>
            <a:lvl8pPr marL="1595079" indent="0">
              <a:buNone/>
              <a:defRPr sz="498"/>
            </a:lvl8pPr>
            <a:lvl9pPr marL="1822948" indent="0">
              <a:buNone/>
              <a:defRPr sz="498"/>
            </a:lvl9pPr>
          </a:lstStyle>
          <a:p>
            <a:pPr lvl="0"/>
            <a:r>
              <a:rPr lang="id-ID"/>
              <a:t>Klik untuk edit gaya teks Master</a:t>
            </a:r>
          </a:p>
        </p:txBody>
      </p:sp>
      <p:sp>
        <p:nvSpPr>
          <p:cNvPr id="5" name="Tampungan Tanggal 4">
            <a:extLst>
              <a:ext uri="{FF2B5EF4-FFF2-40B4-BE49-F238E27FC236}">
                <a16:creationId xmlns:a16="http://schemas.microsoft.com/office/drawing/2014/main" id="{CDBFCE4E-5B0C-8B50-9116-C2C68EE34252}"/>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6" name="Tampungan Kaki 5">
            <a:extLst>
              <a:ext uri="{FF2B5EF4-FFF2-40B4-BE49-F238E27FC236}">
                <a16:creationId xmlns:a16="http://schemas.microsoft.com/office/drawing/2014/main" id="{1D067A34-2960-9D2D-9F09-62D81243143C}"/>
              </a:ext>
            </a:extLst>
          </p:cNvPr>
          <p:cNvSpPr>
            <a:spLocks noGrp="1"/>
          </p:cNvSpPr>
          <p:nvPr>
            <p:ph type="ftr" sz="quarter" idx="11"/>
          </p:nvPr>
        </p:nvSpPr>
        <p:spPr/>
        <p:txBody>
          <a:bodyPr/>
          <a:lstStyle/>
          <a:p>
            <a:endParaRPr lang="en-US"/>
          </a:p>
        </p:txBody>
      </p:sp>
      <p:sp>
        <p:nvSpPr>
          <p:cNvPr id="7" name="Tampungan Nomor Slide 6">
            <a:extLst>
              <a:ext uri="{FF2B5EF4-FFF2-40B4-BE49-F238E27FC236}">
                <a16:creationId xmlns:a16="http://schemas.microsoft.com/office/drawing/2014/main" id="{920F737C-FA71-90A7-343D-FF34701F1698}"/>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283590823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Judul dan Teks Vertika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BA61617F-7660-23F4-958B-9A2ED7C781E4}"/>
              </a:ext>
            </a:extLst>
          </p:cNvPr>
          <p:cNvSpPr>
            <a:spLocks noGrp="1"/>
          </p:cNvSpPr>
          <p:nvPr>
            <p:ph type="title"/>
          </p:nvPr>
        </p:nvSpPr>
        <p:spPr/>
        <p:txBody>
          <a:bodyPr/>
          <a:lstStyle/>
          <a:p>
            <a:r>
              <a:rPr lang="id-ID"/>
              <a:t>Klik untuk mengedit gaya judul Master</a:t>
            </a:r>
            <a:endParaRPr lang="en-US"/>
          </a:p>
        </p:txBody>
      </p:sp>
      <p:sp>
        <p:nvSpPr>
          <p:cNvPr id="3" name="Tampungan Teks Vertikal 2">
            <a:extLst>
              <a:ext uri="{FF2B5EF4-FFF2-40B4-BE49-F238E27FC236}">
                <a16:creationId xmlns:a16="http://schemas.microsoft.com/office/drawing/2014/main" id="{1E17B9E9-4C9A-A77A-9B64-51803DDCB9E8}"/>
              </a:ext>
            </a:extLst>
          </p:cNvPr>
          <p:cNvSpPr>
            <a:spLocks noGrp="1"/>
          </p:cNvSpPr>
          <p:nvPr>
            <p:ph type="body" orient="vert" idx="1"/>
          </p:nvPr>
        </p:nvSpPr>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4" name="Tampungan Tanggal 3">
            <a:extLst>
              <a:ext uri="{FF2B5EF4-FFF2-40B4-BE49-F238E27FC236}">
                <a16:creationId xmlns:a16="http://schemas.microsoft.com/office/drawing/2014/main" id="{480C6E50-DA72-DA43-2894-ECBA7040F99A}"/>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5" name="Tampungan Kaki 4">
            <a:extLst>
              <a:ext uri="{FF2B5EF4-FFF2-40B4-BE49-F238E27FC236}">
                <a16:creationId xmlns:a16="http://schemas.microsoft.com/office/drawing/2014/main" id="{BA7FA9E9-7474-9532-E905-A13353887F39}"/>
              </a:ext>
            </a:extLst>
          </p:cNvPr>
          <p:cNvSpPr>
            <a:spLocks noGrp="1"/>
          </p:cNvSpPr>
          <p:nvPr>
            <p:ph type="ftr" sz="quarter" idx="11"/>
          </p:nvPr>
        </p:nvSpPr>
        <p:spPr/>
        <p:txBody>
          <a:bodyPr/>
          <a:lstStyle/>
          <a:p>
            <a:endParaRPr lang="en-US"/>
          </a:p>
        </p:txBody>
      </p:sp>
      <p:sp>
        <p:nvSpPr>
          <p:cNvPr id="6" name="Tampungan Nomor Slide 5">
            <a:extLst>
              <a:ext uri="{FF2B5EF4-FFF2-40B4-BE49-F238E27FC236}">
                <a16:creationId xmlns:a16="http://schemas.microsoft.com/office/drawing/2014/main" id="{F4D4C78D-E58C-8E67-4CFE-EBC94B879758}"/>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203997592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Judul Vertikal dan Teks">
    <p:spTree>
      <p:nvGrpSpPr>
        <p:cNvPr id="1" name=""/>
        <p:cNvGrpSpPr/>
        <p:nvPr/>
      </p:nvGrpSpPr>
      <p:grpSpPr>
        <a:xfrm>
          <a:off x="0" y="0"/>
          <a:ext cx="0" cy="0"/>
          <a:chOff x="0" y="0"/>
          <a:chExt cx="0" cy="0"/>
        </a:xfrm>
      </p:grpSpPr>
      <p:sp>
        <p:nvSpPr>
          <p:cNvPr id="2" name="Judul Vertikal 1">
            <a:extLst>
              <a:ext uri="{FF2B5EF4-FFF2-40B4-BE49-F238E27FC236}">
                <a16:creationId xmlns:a16="http://schemas.microsoft.com/office/drawing/2014/main" id="{78761D28-44BB-918C-F286-A5C9C06470D1}"/>
              </a:ext>
            </a:extLst>
          </p:cNvPr>
          <p:cNvSpPr>
            <a:spLocks noGrp="1"/>
          </p:cNvSpPr>
          <p:nvPr>
            <p:ph type="title" orient="vert"/>
          </p:nvPr>
        </p:nvSpPr>
        <p:spPr>
          <a:xfrm>
            <a:off x="4348818" y="242402"/>
            <a:ext cx="1310342" cy="3858415"/>
          </a:xfrm>
        </p:spPr>
        <p:txBody>
          <a:bodyPr vert="eaVert"/>
          <a:lstStyle/>
          <a:p>
            <a:r>
              <a:rPr lang="id-ID"/>
              <a:t>Klik untuk mengedit gaya judul Master</a:t>
            </a:r>
            <a:endParaRPr lang="en-US"/>
          </a:p>
        </p:txBody>
      </p:sp>
      <p:sp>
        <p:nvSpPr>
          <p:cNvPr id="3" name="Tampungan Teks Vertikal 2">
            <a:extLst>
              <a:ext uri="{FF2B5EF4-FFF2-40B4-BE49-F238E27FC236}">
                <a16:creationId xmlns:a16="http://schemas.microsoft.com/office/drawing/2014/main" id="{B101325B-9169-F878-2D1E-7394021288DF}"/>
              </a:ext>
            </a:extLst>
          </p:cNvPr>
          <p:cNvSpPr>
            <a:spLocks noGrp="1"/>
          </p:cNvSpPr>
          <p:nvPr>
            <p:ph type="body" orient="vert" idx="1"/>
          </p:nvPr>
        </p:nvSpPr>
        <p:spPr>
          <a:xfrm>
            <a:off x="417790" y="242402"/>
            <a:ext cx="3855065" cy="3858415"/>
          </a:xfrm>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4" name="Tampungan Tanggal 3">
            <a:extLst>
              <a:ext uri="{FF2B5EF4-FFF2-40B4-BE49-F238E27FC236}">
                <a16:creationId xmlns:a16="http://schemas.microsoft.com/office/drawing/2014/main" id="{43FD02AB-E2EB-C089-279D-91E8E86B359D}"/>
              </a:ext>
            </a:extLst>
          </p:cNvPr>
          <p:cNvSpPr>
            <a:spLocks noGrp="1"/>
          </p:cNvSpPr>
          <p:nvPr>
            <p:ph type="dt" sz="half" idx="10"/>
          </p:nvPr>
        </p:nvSpPr>
        <p:spPr/>
        <p:txBody>
          <a:bodyPr/>
          <a:lstStyle/>
          <a:p>
            <a:fld id="{8CDD2614-E9E2-44BF-B3F0-AA621FC1AE3C}" type="datetimeFigureOut">
              <a:rPr lang="en-US" smtClean="0"/>
              <a:t>10/6/2026</a:t>
            </a:fld>
            <a:endParaRPr lang="en-US"/>
          </a:p>
        </p:txBody>
      </p:sp>
      <p:sp>
        <p:nvSpPr>
          <p:cNvPr id="5" name="Tampungan Kaki 4">
            <a:extLst>
              <a:ext uri="{FF2B5EF4-FFF2-40B4-BE49-F238E27FC236}">
                <a16:creationId xmlns:a16="http://schemas.microsoft.com/office/drawing/2014/main" id="{26601583-9E10-7928-4E01-47573A7CC438}"/>
              </a:ext>
            </a:extLst>
          </p:cNvPr>
          <p:cNvSpPr>
            <a:spLocks noGrp="1"/>
          </p:cNvSpPr>
          <p:nvPr>
            <p:ph type="ftr" sz="quarter" idx="11"/>
          </p:nvPr>
        </p:nvSpPr>
        <p:spPr/>
        <p:txBody>
          <a:bodyPr/>
          <a:lstStyle/>
          <a:p>
            <a:endParaRPr lang="en-US"/>
          </a:p>
        </p:txBody>
      </p:sp>
      <p:sp>
        <p:nvSpPr>
          <p:cNvPr id="6" name="Tampungan Nomor Slide 5">
            <a:extLst>
              <a:ext uri="{FF2B5EF4-FFF2-40B4-BE49-F238E27FC236}">
                <a16:creationId xmlns:a16="http://schemas.microsoft.com/office/drawing/2014/main" id="{1142438C-2ACC-ECA6-660B-AA3CE54AB1E5}"/>
              </a:ext>
            </a:extLst>
          </p:cNvPr>
          <p:cNvSpPr>
            <a:spLocks noGrp="1"/>
          </p:cNvSpPr>
          <p:nvPr>
            <p:ph type="sldNum" sz="quarter" idx="12"/>
          </p:nvPr>
        </p:nvSpPr>
        <p:spPr/>
        <p:txBody>
          <a:bodyPr/>
          <a:lstStyle/>
          <a:p>
            <a:fld id="{941F8C9C-67C6-4684-BCFB-46F37897B9FC}" type="slidenum">
              <a:rPr lang="en-US" smtClean="0"/>
              <a:t>‹#›</a:t>
            </a:fld>
            <a:endParaRPr lang="en-US"/>
          </a:p>
        </p:txBody>
      </p:sp>
    </p:spTree>
    <p:extLst>
      <p:ext uri="{BB962C8B-B14F-4D97-AF65-F5344CB8AC3E}">
        <p14:creationId xmlns:p14="http://schemas.microsoft.com/office/powerpoint/2010/main" val="356217549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335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3848" y="184437"/>
            <a:ext cx="5469255" cy="756717"/>
          </a:xfrm>
        </p:spPr>
        <p:txBody>
          <a:bodyPr/>
          <a:lstStyle/>
          <a:p>
            <a:r>
              <a:rPr lang="en-US"/>
              <a:t>Click to edit Master title style</a:t>
            </a:r>
          </a:p>
        </p:txBody>
      </p:sp>
      <p:sp>
        <p:nvSpPr>
          <p:cNvPr id="3" name="Text Placeholder 2"/>
          <p:cNvSpPr>
            <a:spLocks noGrp="1"/>
          </p:cNvSpPr>
          <p:nvPr>
            <p:ph type="body" sz="half" idx="1"/>
          </p:nvPr>
        </p:nvSpPr>
        <p:spPr>
          <a:xfrm>
            <a:off x="303848" y="1062355"/>
            <a:ext cx="2683986" cy="300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89116" y="1062355"/>
            <a:ext cx="2683986" cy="300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Minggu 1/AK/Sistem Informatika</a:t>
            </a:r>
          </a:p>
        </p:txBody>
      </p:sp>
      <p:sp>
        <p:nvSpPr>
          <p:cNvPr id="7" name="Rectangle 6"/>
          <p:cNvSpPr>
            <a:spLocks noGrp="1" noChangeArrowheads="1"/>
          </p:cNvSpPr>
          <p:nvPr>
            <p:ph type="sldNum" sz="quarter" idx="12"/>
          </p:nvPr>
        </p:nvSpPr>
        <p:spPr>
          <a:ln/>
        </p:spPr>
        <p:txBody>
          <a:bodyPr/>
          <a:lstStyle>
            <a:lvl1pPr>
              <a:defRPr/>
            </a:lvl1pPr>
          </a:lstStyle>
          <a:p>
            <a:pPr>
              <a:defRPr/>
            </a:pPr>
            <a:fld id="{1A60C7A3-6FB0-4000-8647-A8B9AC8D402E}" type="slidenum">
              <a:rPr lang="en-US" altLang="en-US"/>
              <a:pPr>
                <a:defRPr/>
              </a:pPr>
              <a:t>‹#›</a:t>
            </a:fld>
            <a:endParaRPr lang="en-US" altLang="en-US"/>
          </a:p>
        </p:txBody>
      </p:sp>
    </p:spTree>
    <p:extLst>
      <p:ext uri="{BB962C8B-B14F-4D97-AF65-F5344CB8AC3E}">
        <p14:creationId xmlns:p14="http://schemas.microsoft.com/office/powerpoint/2010/main" val="770932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Judul 1">
            <a:extLst>
              <a:ext uri="{FF2B5EF4-FFF2-40B4-BE49-F238E27FC236}">
                <a16:creationId xmlns:a16="http://schemas.microsoft.com/office/drawing/2014/main" id="{0D760AC2-A990-ACC9-E033-CAF0D0584CFD}"/>
              </a:ext>
            </a:extLst>
          </p:cNvPr>
          <p:cNvSpPr>
            <a:spLocks noGrp="1"/>
          </p:cNvSpPr>
          <p:nvPr>
            <p:ph type="title"/>
          </p:nvPr>
        </p:nvSpPr>
        <p:spPr>
          <a:xfrm>
            <a:off x="417791" y="242403"/>
            <a:ext cx="5241369" cy="880027"/>
          </a:xfrm>
          <a:prstGeom prst="rect">
            <a:avLst/>
          </a:prstGeom>
        </p:spPr>
        <p:txBody>
          <a:bodyPr vert="horz" lIns="91440" tIns="45720" rIns="91440" bIns="45720" rtlCol="0" anchor="ctr">
            <a:normAutofit/>
          </a:bodyPr>
          <a:lstStyle/>
          <a:p>
            <a:r>
              <a:rPr lang="id-ID"/>
              <a:t>Klik untuk mengedit gaya judul Master</a:t>
            </a:r>
            <a:endParaRPr lang="en-US"/>
          </a:p>
        </p:txBody>
      </p:sp>
      <p:sp>
        <p:nvSpPr>
          <p:cNvPr id="3" name="Tampungan Teks 2">
            <a:extLst>
              <a:ext uri="{FF2B5EF4-FFF2-40B4-BE49-F238E27FC236}">
                <a16:creationId xmlns:a16="http://schemas.microsoft.com/office/drawing/2014/main" id="{4607FF95-8E9E-1060-562E-418DAE0FEF71}"/>
              </a:ext>
            </a:extLst>
          </p:cNvPr>
          <p:cNvSpPr>
            <a:spLocks noGrp="1"/>
          </p:cNvSpPr>
          <p:nvPr>
            <p:ph type="body" idx="1"/>
          </p:nvPr>
        </p:nvSpPr>
        <p:spPr>
          <a:xfrm>
            <a:off x="417791" y="1212012"/>
            <a:ext cx="5241369" cy="2888805"/>
          </a:xfrm>
          <a:prstGeom prst="rect">
            <a:avLst/>
          </a:prstGeom>
        </p:spPr>
        <p:txBody>
          <a:bodyPr vert="horz" lIns="91440" tIns="45720" rIns="91440" bIns="45720" rtlCol="0">
            <a:normAutofit/>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4" name="Tampungan Tanggal 3">
            <a:extLst>
              <a:ext uri="{FF2B5EF4-FFF2-40B4-BE49-F238E27FC236}">
                <a16:creationId xmlns:a16="http://schemas.microsoft.com/office/drawing/2014/main" id="{9A0DADE3-4CF5-1CC8-3D62-41890D0C14D4}"/>
              </a:ext>
            </a:extLst>
          </p:cNvPr>
          <p:cNvSpPr>
            <a:spLocks noGrp="1"/>
          </p:cNvSpPr>
          <p:nvPr>
            <p:ph type="dt" sz="half" idx="2"/>
          </p:nvPr>
        </p:nvSpPr>
        <p:spPr>
          <a:xfrm>
            <a:off x="417790" y="4219911"/>
            <a:ext cx="1367314" cy="242402"/>
          </a:xfrm>
          <a:prstGeom prst="rect">
            <a:avLst/>
          </a:prstGeom>
        </p:spPr>
        <p:txBody>
          <a:bodyPr vert="horz" lIns="91440" tIns="45720" rIns="91440" bIns="45720" rtlCol="0" anchor="ctr"/>
          <a:lstStyle>
            <a:lvl1pPr algn="l">
              <a:defRPr sz="598">
                <a:solidFill>
                  <a:schemeClr val="tx1">
                    <a:tint val="75000"/>
                  </a:schemeClr>
                </a:solidFill>
              </a:defRPr>
            </a:lvl1pPr>
          </a:lstStyle>
          <a:p>
            <a:fld id="{8CDD2614-E9E2-44BF-B3F0-AA621FC1AE3C}" type="datetimeFigureOut">
              <a:rPr lang="en-US" smtClean="0"/>
              <a:t>10/6/2026</a:t>
            </a:fld>
            <a:endParaRPr lang="en-US"/>
          </a:p>
        </p:txBody>
      </p:sp>
      <p:sp>
        <p:nvSpPr>
          <p:cNvPr id="5" name="Tampungan Kaki 4">
            <a:extLst>
              <a:ext uri="{FF2B5EF4-FFF2-40B4-BE49-F238E27FC236}">
                <a16:creationId xmlns:a16="http://schemas.microsoft.com/office/drawing/2014/main" id="{562D590A-56B5-1391-9669-822BA2354E84}"/>
              </a:ext>
            </a:extLst>
          </p:cNvPr>
          <p:cNvSpPr>
            <a:spLocks noGrp="1"/>
          </p:cNvSpPr>
          <p:nvPr>
            <p:ph type="ftr" sz="quarter" idx="3"/>
          </p:nvPr>
        </p:nvSpPr>
        <p:spPr>
          <a:xfrm>
            <a:off x="2012990" y="4219911"/>
            <a:ext cx="2050971" cy="242402"/>
          </a:xfrm>
          <a:prstGeom prst="rect">
            <a:avLst/>
          </a:prstGeom>
        </p:spPr>
        <p:txBody>
          <a:bodyPr vert="horz" lIns="91440" tIns="45720" rIns="91440" bIns="45720" rtlCol="0" anchor="ctr"/>
          <a:lstStyle>
            <a:lvl1pPr algn="ctr">
              <a:defRPr sz="598">
                <a:solidFill>
                  <a:schemeClr val="tx1">
                    <a:tint val="75000"/>
                  </a:schemeClr>
                </a:solidFill>
              </a:defRPr>
            </a:lvl1pPr>
          </a:lstStyle>
          <a:p>
            <a:endParaRPr lang="en-US"/>
          </a:p>
        </p:txBody>
      </p:sp>
      <p:sp>
        <p:nvSpPr>
          <p:cNvPr id="6" name="Tampungan Nomor Slide 5">
            <a:extLst>
              <a:ext uri="{FF2B5EF4-FFF2-40B4-BE49-F238E27FC236}">
                <a16:creationId xmlns:a16="http://schemas.microsoft.com/office/drawing/2014/main" id="{9D5BF07F-9B29-4992-4AF7-CCB101B06993}"/>
              </a:ext>
            </a:extLst>
          </p:cNvPr>
          <p:cNvSpPr>
            <a:spLocks noGrp="1"/>
          </p:cNvSpPr>
          <p:nvPr>
            <p:ph type="sldNum" sz="quarter" idx="4"/>
          </p:nvPr>
        </p:nvSpPr>
        <p:spPr>
          <a:xfrm>
            <a:off x="4291846" y="4219911"/>
            <a:ext cx="1367314" cy="242402"/>
          </a:xfrm>
          <a:prstGeom prst="rect">
            <a:avLst/>
          </a:prstGeom>
        </p:spPr>
        <p:txBody>
          <a:bodyPr vert="horz" lIns="91440" tIns="45720" rIns="91440" bIns="45720" rtlCol="0" anchor="ctr"/>
          <a:lstStyle>
            <a:lvl1pPr algn="r">
              <a:defRPr sz="598">
                <a:solidFill>
                  <a:schemeClr val="tx1">
                    <a:tint val="75000"/>
                  </a:schemeClr>
                </a:solidFill>
              </a:defRPr>
            </a:lvl1pPr>
          </a:lstStyle>
          <a:p>
            <a:fld id="{941F8C9C-67C6-4684-BCFB-46F37897B9FC}" type="slidenum">
              <a:rPr lang="en-US" smtClean="0"/>
              <a:t>‹#›</a:t>
            </a:fld>
            <a:endParaRPr lang="en-US"/>
          </a:p>
        </p:txBody>
      </p:sp>
    </p:spTree>
    <p:extLst>
      <p:ext uri="{BB962C8B-B14F-4D97-AF65-F5344CB8AC3E}">
        <p14:creationId xmlns:p14="http://schemas.microsoft.com/office/powerpoint/2010/main" val="92123516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3" r:id="rId13"/>
  </p:sldLayoutIdLst>
  <p:hf sldNum="0" hdr="0" ftr="0" dt="0"/>
  <p:txStyles>
    <p:titleStyle>
      <a:lvl1pPr algn="l" defTabSz="455737" rtl="0" eaLnBrk="1" latinLnBrk="0" hangingPunct="1">
        <a:lnSpc>
          <a:spcPct val="90000"/>
        </a:lnSpc>
        <a:spcBef>
          <a:spcPct val="0"/>
        </a:spcBef>
        <a:buNone/>
        <a:defRPr sz="2193" kern="1200">
          <a:solidFill>
            <a:schemeClr val="tx1"/>
          </a:solidFill>
          <a:latin typeface="+mj-lt"/>
          <a:ea typeface="+mj-ea"/>
          <a:cs typeface="+mj-cs"/>
        </a:defRPr>
      </a:lvl1pPr>
    </p:titleStyle>
    <p:bodyStyle>
      <a:lvl1pPr marL="113934" indent="-113934" algn="l" defTabSz="455737" rtl="0" eaLnBrk="1" latinLnBrk="0" hangingPunct="1">
        <a:lnSpc>
          <a:spcPct val="90000"/>
        </a:lnSpc>
        <a:spcBef>
          <a:spcPts val="498"/>
        </a:spcBef>
        <a:buFont typeface="Arial" panose="020B0604020202020204" pitchFamily="34" charset="0"/>
        <a:buChar char="•"/>
        <a:defRPr sz="1396" kern="1200">
          <a:solidFill>
            <a:schemeClr val="tx1"/>
          </a:solidFill>
          <a:latin typeface="+mn-lt"/>
          <a:ea typeface="+mn-ea"/>
          <a:cs typeface="+mn-cs"/>
        </a:defRPr>
      </a:lvl1pPr>
      <a:lvl2pPr marL="341803" indent="-113934" algn="l" defTabSz="455737" rtl="0" eaLnBrk="1" latinLnBrk="0" hangingPunct="1">
        <a:lnSpc>
          <a:spcPct val="90000"/>
        </a:lnSpc>
        <a:spcBef>
          <a:spcPts val="249"/>
        </a:spcBef>
        <a:buFont typeface="Arial" panose="020B0604020202020204" pitchFamily="34" charset="0"/>
        <a:buChar char="•"/>
        <a:defRPr sz="1196" kern="1200">
          <a:solidFill>
            <a:schemeClr val="tx1"/>
          </a:solidFill>
          <a:latin typeface="+mn-lt"/>
          <a:ea typeface="+mn-ea"/>
          <a:cs typeface="+mn-cs"/>
        </a:defRPr>
      </a:lvl2pPr>
      <a:lvl3pPr marL="569671" indent="-113934" algn="l" defTabSz="455737" rtl="0" eaLnBrk="1" latinLnBrk="0" hangingPunct="1">
        <a:lnSpc>
          <a:spcPct val="90000"/>
        </a:lnSpc>
        <a:spcBef>
          <a:spcPts val="249"/>
        </a:spcBef>
        <a:buFont typeface="Arial" panose="020B0604020202020204" pitchFamily="34" charset="0"/>
        <a:buChar char="•"/>
        <a:defRPr sz="997" kern="1200">
          <a:solidFill>
            <a:schemeClr val="tx1"/>
          </a:solidFill>
          <a:latin typeface="+mn-lt"/>
          <a:ea typeface="+mn-ea"/>
          <a:cs typeface="+mn-cs"/>
        </a:defRPr>
      </a:lvl3pPr>
      <a:lvl4pPr marL="797540"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4pPr>
      <a:lvl5pPr marL="1025408"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5pPr>
      <a:lvl6pPr marL="1253277"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6pPr>
      <a:lvl7pPr marL="1481145"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7pPr>
      <a:lvl8pPr marL="1709014"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8pPr>
      <a:lvl9pPr marL="1936882"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9pPr>
    </p:bodyStyle>
    <p:otherStyle>
      <a:defPPr>
        <a:defRPr lang="en-US"/>
      </a:defPPr>
      <a:lvl1pPr marL="0" algn="l" defTabSz="455737" rtl="0" eaLnBrk="1" latinLnBrk="0" hangingPunct="1">
        <a:defRPr sz="897" kern="1200">
          <a:solidFill>
            <a:schemeClr val="tx1"/>
          </a:solidFill>
          <a:latin typeface="+mn-lt"/>
          <a:ea typeface="+mn-ea"/>
          <a:cs typeface="+mn-cs"/>
        </a:defRPr>
      </a:lvl1pPr>
      <a:lvl2pPr marL="227868" algn="l" defTabSz="455737" rtl="0" eaLnBrk="1" latinLnBrk="0" hangingPunct="1">
        <a:defRPr sz="897" kern="1200">
          <a:solidFill>
            <a:schemeClr val="tx1"/>
          </a:solidFill>
          <a:latin typeface="+mn-lt"/>
          <a:ea typeface="+mn-ea"/>
          <a:cs typeface="+mn-cs"/>
        </a:defRPr>
      </a:lvl2pPr>
      <a:lvl3pPr marL="455737" algn="l" defTabSz="455737" rtl="0" eaLnBrk="1" latinLnBrk="0" hangingPunct="1">
        <a:defRPr sz="897" kern="1200">
          <a:solidFill>
            <a:schemeClr val="tx1"/>
          </a:solidFill>
          <a:latin typeface="+mn-lt"/>
          <a:ea typeface="+mn-ea"/>
          <a:cs typeface="+mn-cs"/>
        </a:defRPr>
      </a:lvl3pPr>
      <a:lvl4pPr marL="683605" algn="l" defTabSz="455737" rtl="0" eaLnBrk="1" latinLnBrk="0" hangingPunct="1">
        <a:defRPr sz="897" kern="1200">
          <a:solidFill>
            <a:schemeClr val="tx1"/>
          </a:solidFill>
          <a:latin typeface="+mn-lt"/>
          <a:ea typeface="+mn-ea"/>
          <a:cs typeface="+mn-cs"/>
        </a:defRPr>
      </a:lvl4pPr>
      <a:lvl5pPr marL="911474" algn="l" defTabSz="455737" rtl="0" eaLnBrk="1" latinLnBrk="0" hangingPunct="1">
        <a:defRPr sz="897" kern="1200">
          <a:solidFill>
            <a:schemeClr val="tx1"/>
          </a:solidFill>
          <a:latin typeface="+mn-lt"/>
          <a:ea typeface="+mn-ea"/>
          <a:cs typeface="+mn-cs"/>
        </a:defRPr>
      </a:lvl5pPr>
      <a:lvl6pPr marL="1139342" algn="l" defTabSz="455737" rtl="0" eaLnBrk="1" latinLnBrk="0" hangingPunct="1">
        <a:defRPr sz="897" kern="1200">
          <a:solidFill>
            <a:schemeClr val="tx1"/>
          </a:solidFill>
          <a:latin typeface="+mn-lt"/>
          <a:ea typeface="+mn-ea"/>
          <a:cs typeface="+mn-cs"/>
        </a:defRPr>
      </a:lvl6pPr>
      <a:lvl7pPr marL="1367211" algn="l" defTabSz="455737" rtl="0" eaLnBrk="1" latinLnBrk="0" hangingPunct="1">
        <a:defRPr sz="897" kern="1200">
          <a:solidFill>
            <a:schemeClr val="tx1"/>
          </a:solidFill>
          <a:latin typeface="+mn-lt"/>
          <a:ea typeface="+mn-ea"/>
          <a:cs typeface="+mn-cs"/>
        </a:defRPr>
      </a:lvl7pPr>
      <a:lvl8pPr marL="1595079" algn="l" defTabSz="455737" rtl="0" eaLnBrk="1" latinLnBrk="0" hangingPunct="1">
        <a:defRPr sz="897" kern="1200">
          <a:solidFill>
            <a:schemeClr val="tx1"/>
          </a:solidFill>
          <a:latin typeface="+mn-lt"/>
          <a:ea typeface="+mn-ea"/>
          <a:cs typeface="+mn-cs"/>
        </a:defRPr>
      </a:lvl8pPr>
      <a:lvl9pPr marL="1822948" algn="l" defTabSz="455737" rtl="0" eaLnBrk="1" latinLnBrk="0" hangingPunct="1">
        <a:defRPr sz="89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C21FF4F-9609-AB13-27F0-101B703D20EB}"/>
              </a:ext>
            </a:extLst>
          </p:cNvPr>
          <p:cNvSpPr>
            <a:spLocks noGrp="1" noChangeArrowheads="1"/>
          </p:cNvSpPr>
          <p:nvPr>
            <p:ph type="ctrTitle"/>
          </p:nvPr>
        </p:nvSpPr>
        <p:spPr>
          <a:xfrm>
            <a:off x="1215959" y="1338254"/>
            <a:ext cx="3509566" cy="835985"/>
          </a:xfrm>
        </p:spPr>
        <p:txBody>
          <a:bodyPr>
            <a:noAutofit/>
          </a:bodyPr>
          <a:lstStyle/>
          <a:p>
            <a:pPr eaLnBrk="1" hangingPunct="1"/>
            <a:r>
              <a:rPr lang="en-US" altLang="en-US" sz="2800" b="1" dirty="0">
                <a:latin typeface="Bahnschrift" panose="020B0502040204020203" pitchFamily="34" charset="0"/>
              </a:rPr>
              <a:t>KONSEP DASAR </a:t>
            </a:r>
            <a:r>
              <a:rPr lang="id-ID" altLang="en-US" sz="2800" b="1" dirty="0">
                <a:latin typeface="Bahnschrift" panose="020B0502040204020203" pitchFamily="34" charset="0"/>
              </a:rPr>
              <a:t>SISTEM INFORMASI</a:t>
            </a:r>
            <a:endParaRPr lang="en-US" altLang="en-US" sz="2800" b="1" dirty="0">
              <a:latin typeface="Bahnschrift"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5C3F5485-CFDC-48B5-855E-A7A4372C8609}" type="slidenum">
              <a:rPr lang="en-US" altLang="en-US"/>
              <a:pPr>
                <a:defRPr/>
              </a:pPr>
              <a:t>7</a:t>
            </a:fld>
            <a:endParaRPr lang="en-US" altLang="en-US"/>
          </a:p>
        </p:txBody>
      </p:sp>
      <p:sp>
        <p:nvSpPr>
          <p:cNvPr id="1029" name="Rectangle 2"/>
          <p:cNvSpPr>
            <a:spLocks noGrp="1" noChangeArrowheads="1"/>
          </p:cNvSpPr>
          <p:nvPr>
            <p:ph type="title"/>
          </p:nvPr>
        </p:nvSpPr>
        <p:spPr/>
        <p:txBody>
          <a:bodyPr/>
          <a:lstStyle/>
          <a:p>
            <a:pPr eaLnBrk="1" hangingPunct="1"/>
            <a:r>
              <a:rPr lang="en-US"/>
              <a:t>Apakah Sistem Informasi Itu?</a:t>
            </a:r>
            <a:endParaRPr lang="id-ID"/>
          </a:p>
        </p:txBody>
      </p:sp>
      <p:sp>
        <p:nvSpPr>
          <p:cNvPr id="1030" name="Rectangle 5"/>
          <p:cNvSpPr>
            <a:spLocks noChangeArrowheads="1"/>
          </p:cNvSpPr>
          <p:nvPr/>
        </p:nvSpPr>
        <p:spPr bwMode="auto">
          <a:xfrm>
            <a:off x="3175" y="775638"/>
            <a:ext cx="184731" cy="276229"/>
          </a:xfrm>
          <a:prstGeom prst="rect">
            <a:avLst/>
          </a:prstGeom>
          <a:noFill/>
          <a:ln w="9525">
            <a:noFill/>
            <a:miter lim="800000"/>
            <a:headEnd/>
            <a:tailEnd/>
          </a:ln>
        </p:spPr>
        <p:txBody>
          <a:bodyPr wrap="none" anchor="ctr">
            <a:spAutoFit/>
          </a:bodyPr>
          <a:lstStyle/>
          <a:p>
            <a:endParaRPr lang="en-US" sz="1195"/>
          </a:p>
        </p:txBody>
      </p:sp>
      <p:graphicFrame>
        <p:nvGraphicFramePr>
          <p:cNvPr id="1026" name="Object 4"/>
          <p:cNvGraphicFramePr>
            <a:graphicFrameLocks noChangeAspect="1"/>
          </p:cNvGraphicFramePr>
          <p:nvPr/>
        </p:nvGraphicFramePr>
        <p:xfrm>
          <a:off x="1659943" y="985419"/>
          <a:ext cx="3319859" cy="3274540"/>
        </p:xfrm>
        <a:graphic>
          <a:graphicData uri="http://schemas.openxmlformats.org/presentationml/2006/ole">
            <mc:AlternateContent xmlns:mc="http://schemas.openxmlformats.org/markup-compatibility/2006">
              <mc:Choice xmlns:v="urn:schemas-microsoft-com:vml" Requires="v">
                <p:oleObj name="Picture" r:id="rId2" imgW="5604091" imgH="5522280" progId="Word.Picture.8">
                  <p:embed/>
                </p:oleObj>
              </mc:Choice>
              <mc:Fallback>
                <p:oleObj name="Picture" r:id="rId2" imgW="5604091" imgH="5522280" progId="Word.Picture.8">
                  <p:embed/>
                  <p:pic>
                    <p:nvPicPr>
                      <p:cNvPr id="102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9943" y="985419"/>
                        <a:ext cx="3319859" cy="32745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dir="in"/>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76950" cy="45529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BD2F506-F17A-BE7D-811C-B33745C4AD4E}"/>
              </a:ext>
            </a:extLst>
          </p:cNvPr>
          <p:cNvSpPr txBox="1">
            <a:spLocks noChangeArrowheads="1"/>
          </p:cNvSpPr>
          <p:nvPr/>
        </p:nvSpPr>
        <p:spPr>
          <a:xfrm>
            <a:off x="172866" y="139177"/>
            <a:ext cx="5069694" cy="375596"/>
          </a:xfrm>
          <a:prstGeom prst="rect">
            <a:avLst/>
          </a:prstGeom>
        </p:spPr>
        <p:txBody>
          <a:bodyPr/>
          <a:lstStyle>
            <a:lvl1pPr algn="l" defTabSz="455737" rtl="0" eaLnBrk="1" latinLnBrk="0" hangingPunct="1">
              <a:lnSpc>
                <a:spcPct val="90000"/>
              </a:lnSpc>
              <a:spcBef>
                <a:spcPct val="0"/>
              </a:spcBef>
              <a:buNone/>
              <a:defRPr sz="2193" kern="1200">
                <a:solidFill>
                  <a:schemeClr val="tx1"/>
                </a:solidFill>
                <a:latin typeface="+mj-lt"/>
                <a:ea typeface="+mj-ea"/>
                <a:cs typeface="+mj-cs"/>
              </a:defRPr>
            </a:lvl1pPr>
          </a:lstStyle>
          <a:p>
            <a:r>
              <a:rPr lang="en-US" altLang="en-US" sz="2124" b="1" dirty="0">
                <a:latin typeface="Bahnschrift" panose="020B0502040204020203" pitchFamily="34" charset="0"/>
              </a:rPr>
              <a:t>K</a:t>
            </a:r>
            <a:r>
              <a:rPr lang="id-ID" altLang="en-US" sz="2124" b="1" dirty="0">
                <a:latin typeface="Bahnschrift" panose="020B0502040204020203" pitchFamily="34" charset="0"/>
              </a:rPr>
              <a:t>OMPONEN SISTEM INFORMASI</a:t>
            </a:r>
            <a:endParaRPr lang="en-US" altLang="en-US" sz="2124" b="1" dirty="0">
              <a:latin typeface="Bahnschrift" panose="020B0502040204020203" pitchFamily="34" charset="0"/>
            </a:endParaRPr>
          </a:p>
        </p:txBody>
      </p:sp>
      <p:sp>
        <p:nvSpPr>
          <p:cNvPr id="3" name="Rectangle 2">
            <a:extLst>
              <a:ext uri="{FF2B5EF4-FFF2-40B4-BE49-F238E27FC236}">
                <a16:creationId xmlns:a16="http://schemas.microsoft.com/office/drawing/2014/main" id="{6C079564-A361-C55D-A7B0-E6AFBB728FB0}"/>
              </a:ext>
            </a:extLst>
          </p:cNvPr>
          <p:cNvSpPr txBox="1">
            <a:spLocks noChangeArrowheads="1"/>
          </p:cNvSpPr>
          <p:nvPr/>
        </p:nvSpPr>
        <p:spPr>
          <a:xfrm>
            <a:off x="248643" y="664109"/>
            <a:ext cx="5828307" cy="3494717"/>
          </a:xfrm>
          <a:prstGeom prst="rect">
            <a:avLst/>
          </a:prstGeom>
        </p:spPr>
        <p:txBody>
          <a:bodyPr/>
          <a:lstStyle>
            <a:lvl1pPr algn="l" defTabSz="455737" rtl="0" eaLnBrk="1" latinLnBrk="0" hangingPunct="1">
              <a:lnSpc>
                <a:spcPct val="90000"/>
              </a:lnSpc>
              <a:spcBef>
                <a:spcPct val="0"/>
              </a:spcBef>
              <a:buNone/>
              <a:defRPr sz="2193" kern="1200">
                <a:solidFill>
                  <a:schemeClr val="tx1"/>
                </a:solidFill>
                <a:latin typeface="+mj-lt"/>
                <a:ea typeface="+mj-ea"/>
                <a:cs typeface="+mj-cs"/>
              </a:defRPr>
            </a:lvl1pPr>
          </a:lstStyle>
          <a:p>
            <a:r>
              <a:rPr lang="id-ID" sz="1400" noProof="1">
                <a:latin typeface="Bahnschrift" panose="020B0502040204020203" pitchFamily="34" charset="0"/>
              </a:rPr>
              <a:t>John Burch dan Gary Grunnitski menyatakan bahwa Sistem Informasi dibentuk oleh komponen-komponen yang saling berinteraksi untuk mencapai sasarannya.</a:t>
            </a:r>
          </a:p>
          <a:p>
            <a:endParaRPr lang="id-ID" sz="1400" noProof="1">
              <a:latin typeface="Bahnschrift" panose="020B0502040204020203" pitchFamily="34" charset="0"/>
            </a:endParaRPr>
          </a:p>
          <a:p>
            <a:r>
              <a:rPr lang="id-ID" sz="1400" noProof="1">
                <a:latin typeface="Bahnschrift" panose="020B0502040204020203" pitchFamily="34" charset="0"/>
              </a:rPr>
              <a:t>Terdapat 6, Komponen sistem informasi antara lain :</a:t>
            </a:r>
          </a:p>
          <a:p>
            <a:pPr marL="342900" indent="-342900">
              <a:buAutoNum type="arabicPeriod"/>
            </a:pPr>
            <a:r>
              <a:rPr lang="id-ID" sz="1400" noProof="1">
                <a:latin typeface="Bahnschrift" panose="020B0502040204020203" pitchFamily="34" charset="0"/>
              </a:rPr>
              <a:t>Perangkat Keras</a:t>
            </a:r>
          </a:p>
          <a:p>
            <a:pPr marL="342900" indent="-342900">
              <a:buAutoNum type="arabicPeriod"/>
            </a:pPr>
            <a:r>
              <a:rPr lang="id-ID" sz="1400" noProof="1">
                <a:latin typeface="Bahnschrift" panose="020B0502040204020203" pitchFamily="34" charset="0"/>
              </a:rPr>
              <a:t>Perangkat Lunak</a:t>
            </a:r>
          </a:p>
          <a:p>
            <a:pPr marL="342900" indent="-342900">
              <a:buAutoNum type="arabicPeriod"/>
            </a:pPr>
            <a:r>
              <a:rPr lang="id-ID" sz="1400" noProof="1">
                <a:latin typeface="Bahnschrift" panose="020B0502040204020203" pitchFamily="34" charset="0"/>
              </a:rPr>
              <a:t>Basis Data</a:t>
            </a:r>
          </a:p>
          <a:p>
            <a:pPr marL="342900" indent="-342900">
              <a:buAutoNum type="arabicPeriod"/>
            </a:pPr>
            <a:r>
              <a:rPr lang="id-ID" sz="1400" noProof="1">
                <a:latin typeface="Bahnschrift" panose="020B0502040204020203" pitchFamily="34" charset="0"/>
              </a:rPr>
              <a:t>Jaringan</a:t>
            </a:r>
          </a:p>
          <a:p>
            <a:pPr marL="342900" indent="-342900">
              <a:buAutoNum type="arabicPeriod"/>
            </a:pPr>
            <a:r>
              <a:rPr lang="id-ID" sz="1400" noProof="1">
                <a:latin typeface="Bahnschrift" panose="020B0502040204020203" pitchFamily="34" charset="0"/>
              </a:rPr>
              <a:t>Prosedur</a:t>
            </a:r>
          </a:p>
          <a:p>
            <a:pPr marL="342900" indent="-342900">
              <a:buAutoNum type="arabicPeriod"/>
            </a:pPr>
            <a:r>
              <a:rPr lang="id-ID" sz="1400" noProof="1">
                <a:latin typeface="Bahnschrift" panose="020B0502040204020203" pitchFamily="34" charset="0"/>
              </a:rPr>
              <a:t>Manusia</a:t>
            </a:r>
          </a:p>
        </p:txBody>
      </p:sp>
      <p:pic>
        <p:nvPicPr>
          <p:cNvPr id="6" name="Gambar 5">
            <a:extLst>
              <a:ext uri="{FF2B5EF4-FFF2-40B4-BE49-F238E27FC236}">
                <a16:creationId xmlns:a16="http://schemas.microsoft.com/office/drawing/2014/main" id="{3C345D78-6A02-0CAA-AEBA-95B2FA40C925}"/>
              </a:ext>
            </a:extLst>
          </p:cNvPr>
          <p:cNvPicPr>
            <a:picLocks noChangeAspect="1"/>
          </p:cNvPicPr>
          <p:nvPr/>
        </p:nvPicPr>
        <p:blipFill>
          <a:blip r:embed="rId2"/>
          <a:stretch>
            <a:fillRect/>
          </a:stretch>
        </p:blipFill>
        <p:spPr>
          <a:xfrm>
            <a:off x="2960127" y="1832979"/>
            <a:ext cx="2868180" cy="2055862"/>
          </a:xfrm>
          <a:prstGeom prst="rect">
            <a:avLst/>
          </a:prstGeom>
        </p:spPr>
      </p:pic>
    </p:spTree>
    <p:extLst>
      <p:ext uri="{BB962C8B-B14F-4D97-AF65-F5344CB8AC3E}">
        <p14:creationId xmlns:p14="http://schemas.microsoft.com/office/powerpoint/2010/main" val="3344056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F3745-F44C-151B-0718-36785855FFDF}"/>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2364AA44-6258-2DEA-9CF1-0D5E88E2E1DC}"/>
              </a:ext>
            </a:extLst>
          </p:cNvPr>
          <p:cNvSpPr txBox="1">
            <a:spLocks noChangeArrowheads="1"/>
          </p:cNvSpPr>
          <p:nvPr/>
        </p:nvSpPr>
        <p:spPr>
          <a:xfrm>
            <a:off x="172866" y="139177"/>
            <a:ext cx="5069694" cy="375596"/>
          </a:xfrm>
          <a:prstGeom prst="rect">
            <a:avLst/>
          </a:prstGeom>
        </p:spPr>
        <p:txBody>
          <a:bodyPr/>
          <a:lstStyle>
            <a:lvl1pPr algn="l" defTabSz="455737" rtl="0" eaLnBrk="1" latinLnBrk="0" hangingPunct="1">
              <a:lnSpc>
                <a:spcPct val="90000"/>
              </a:lnSpc>
              <a:spcBef>
                <a:spcPct val="0"/>
              </a:spcBef>
              <a:buNone/>
              <a:defRPr sz="2193" kern="1200">
                <a:solidFill>
                  <a:schemeClr val="tx1"/>
                </a:solidFill>
                <a:latin typeface="+mj-lt"/>
                <a:ea typeface="+mj-ea"/>
                <a:cs typeface="+mj-cs"/>
              </a:defRPr>
            </a:lvl1pPr>
          </a:lstStyle>
          <a:p>
            <a:r>
              <a:rPr lang="en-US" altLang="en-US" sz="2124" b="1" dirty="0">
                <a:latin typeface="Bahnschrift" panose="020B0502040204020203" pitchFamily="34" charset="0"/>
              </a:rPr>
              <a:t>K</a:t>
            </a:r>
            <a:r>
              <a:rPr lang="id-ID" altLang="en-US" sz="2124" b="1" dirty="0">
                <a:latin typeface="Bahnschrift" panose="020B0502040204020203" pitchFamily="34" charset="0"/>
              </a:rPr>
              <a:t>OMPONEN SISTEM INFORMASI ...</a:t>
            </a:r>
            <a:endParaRPr lang="en-US" altLang="en-US" sz="2124" b="1" dirty="0">
              <a:latin typeface="Bahnschrift" panose="020B0502040204020203" pitchFamily="34" charset="0"/>
            </a:endParaRPr>
          </a:p>
        </p:txBody>
      </p:sp>
      <p:sp>
        <p:nvSpPr>
          <p:cNvPr id="3" name="Rectangle 2">
            <a:extLst>
              <a:ext uri="{FF2B5EF4-FFF2-40B4-BE49-F238E27FC236}">
                <a16:creationId xmlns:a16="http://schemas.microsoft.com/office/drawing/2014/main" id="{88FD7372-CEB1-7C02-1F00-58E4912FDFF1}"/>
              </a:ext>
            </a:extLst>
          </p:cNvPr>
          <p:cNvSpPr txBox="1">
            <a:spLocks noChangeArrowheads="1"/>
          </p:cNvSpPr>
          <p:nvPr/>
        </p:nvSpPr>
        <p:spPr>
          <a:xfrm>
            <a:off x="248643" y="664109"/>
            <a:ext cx="5828307" cy="3494717"/>
          </a:xfrm>
          <a:prstGeom prst="rect">
            <a:avLst/>
          </a:prstGeom>
        </p:spPr>
        <p:txBody>
          <a:bodyPr/>
          <a:lstStyle>
            <a:lvl1pPr algn="l" defTabSz="455737" rtl="0" eaLnBrk="1" latinLnBrk="0" hangingPunct="1">
              <a:lnSpc>
                <a:spcPct val="90000"/>
              </a:lnSpc>
              <a:spcBef>
                <a:spcPct val="0"/>
              </a:spcBef>
              <a:buNone/>
              <a:defRPr sz="2193" kern="1200">
                <a:solidFill>
                  <a:schemeClr val="tx1"/>
                </a:solidFill>
                <a:latin typeface="+mj-lt"/>
                <a:ea typeface="+mj-ea"/>
                <a:cs typeface="+mj-cs"/>
              </a:defRPr>
            </a:lvl1pPr>
          </a:lstStyle>
          <a:p>
            <a:pPr marL="342900" indent="-342900">
              <a:buAutoNum type="arabicPeriod"/>
            </a:pPr>
            <a:r>
              <a:rPr lang="id-ID" sz="1400" b="1" noProof="1">
                <a:latin typeface="Bahnschrift" panose="020B0502040204020203" pitchFamily="34" charset="0"/>
              </a:rPr>
              <a:t>Perangkat Keras (Hardware)</a:t>
            </a:r>
            <a:r>
              <a:rPr lang="id-ID" sz="1400" noProof="1">
                <a:latin typeface="Bahnschrift" panose="020B0502040204020203" pitchFamily="34" charset="0"/>
              </a:rPr>
              <a:t>, Perangkat keras meliputi semua perangkat fisik yang digunakan dalam sistem informasi seperti server, komputer, perangkat penyimpanan, dan perangkat jaringan. Perangkat keras digunakan untuk membantu menjalankan perangkat lunak dan memproses informasi. </a:t>
            </a:r>
          </a:p>
          <a:p>
            <a:pPr marL="342900" indent="-342900">
              <a:buAutoNum type="arabicPeriod"/>
            </a:pPr>
            <a:r>
              <a:rPr lang="id-ID" sz="1400" b="1" noProof="1">
                <a:latin typeface="Bahnschrift" panose="020B0502040204020203" pitchFamily="34" charset="0"/>
              </a:rPr>
              <a:t>Perangkat Lunak (Software), </a:t>
            </a:r>
            <a:r>
              <a:rPr lang="id-ID" sz="1400" noProof="1">
                <a:latin typeface="Bahnschrift" panose="020B0502040204020203" pitchFamily="34" charset="0"/>
              </a:rPr>
              <a:t>Perangkat lunak mencakup program dan aplikasi yang dijalankan pada perangkat keras untuk menjalankan fungsi tertentu. Perangkat lunak dalam sistem informasi mencakup sistem operasi, basis data, dan perangkat lunak lainnya yang mendukung operasi sistem.</a:t>
            </a:r>
          </a:p>
          <a:p>
            <a:pPr marL="342900" indent="-342900">
              <a:buAutoNum type="arabicPeriod"/>
            </a:pPr>
            <a:r>
              <a:rPr lang="id-ID" sz="1400" b="1" noProof="1">
                <a:latin typeface="Bahnschrift" panose="020B0502040204020203" pitchFamily="34" charset="0"/>
              </a:rPr>
              <a:t>Basis Data (Database), </a:t>
            </a:r>
            <a:r>
              <a:rPr lang="id-ID" sz="1400" noProof="1">
                <a:latin typeface="Bahnschrift" panose="020B0502040204020203" pitchFamily="34" charset="0"/>
              </a:rPr>
              <a:t>Basis data merupakan koleksi data yang terorganisis dan disimpan pada tempat penyimpanan data yang terstruktur sehingga dapat diakses dan dikelola dengan mudah. Basis data merupakan elemen kunci pada sistem informasi untuk membantu dalam proses menyimpan, mengambil, dan memanipulasi data. Sistem manajemen basis data yang sering digunakan dalam mengelola basis data yaitu MySQL, Oracle, dan Microsoft SQL Server. </a:t>
            </a:r>
          </a:p>
        </p:txBody>
      </p:sp>
    </p:spTree>
    <p:extLst>
      <p:ext uri="{BB962C8B-B14F-4D97-AF65-F5344CB8AC3E}">
        <p14:creationId xmlns:p14="http://schemas.microsoft.com/office/powerpoint/2010/main" val="41705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0B446-16E5-5A20-E24A-7BB677656272}"/>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F53D3793-BC69-7142-60B3-02D1065ADF9E}"/>
              </a:ext>
            </a:extLst>
          </p:cNvPr>
          <p:cNvSpPr txBox="1">
            <a:spLocks noChangeArrowheads="1"/>
          </p:cNvSpPr>
          <p:nvPr/>
        </p:nvSpPr>
        <p:spPr>
          <a:xfrm>
            <a:off x="172866" y="139177"/>
            <a:ext cx="5069694" cy="375596"/>
          </a:xfrm>
          <a:prstGeom prst="rect">
            <a:avLst/>
          </a:prstGeom>
        </p:spPr>
        <p:txBody>
          <a:bodyPr/>
          <a:lstStyle>
            <a:lvl1pPr algn="l" defTabSz="455737" rtl="0" eaLnBrk="1" latinLnBrk="0" hangingPunct="1">
              <a:lnSpc>
                <a:spcPct val="90000"/>
              </a:lnSpc>
              <a:spcBef>
                <a:spcPct val="0"/>
              </a:spcBef>
              <a:buNone/>
              <a:defRPr sz="2193" kern="1200">
                <a:solidFill>
                  <a:schemeClr val="tx1"/>
                </a:solidFill>
                <a:latin typeface="+mj-lt"/>
                <a:ea typeface="+mj-ea"/>
                <a:cs typeface="+mj-cs"/>
              </a:defRPr>
            </a:lvl1pPr>
          </a:lstStyle>
          <a:p>
            <a:r>
              <a:rPr lang="en-US" altLang="en-US" sz="2124" b="1" dirty="0">
                <a:latin typeface="Bahnschrift" panose="020B0502040204020203" pitchFamily="34" charset="0"/>
              </a:rPr>
              <a:t>K</a:t>
            </a:r>
            <a:r>
              <a:rPr lang="id-ID" altLang="en-US" sz="2124" b="1" dirty="0">
                <a:latin typeface="Bahnschrift" panose="020B0502040204020203" pitchFamily="34" charset="0"/>
              </a:rPr>
              <a:t>OMPONEN SISTEM INFORMASI ...</a:t>
            </a:r>
            <a:endParaRPr lang="en-US" altLang="en-US" sz="2124" b="1" dirty="0">
              <a:latin typeface="Bahnschrift" panose="020B0502040204020203" pitchFamily="34" charset="0"/>
            </a:endParaRPr>
          </a:p>
        </p:txBody>
      </p:sp>
      <p:sp>
        <p:nvSpPr>
          <p:cNvPr id="3" name="Rectangle 2">
            <a:extLst>
              <a:ext uri="{FF2B5EF4-FFF2-40B4-BE49-F238E27FC236}">
                <a16:creationId xmlns:a16="http://schemas.microsoft.com/office/drawing/2014/main" id="{3B57872D-3BA6-22E0-21C5-8AF70BC722B8}"/>
              </a:ext>
            </a:extLst>
          </p:cNvPr>
          <p:cNvSpPr txBox="1">
            <a:spLocks noChangeArrowheads="1"/>
          </p:cNvSpPr>
          <p:nvPr/>
        </p:nvSpPr>
        <p:spPr>
          <a:xfrm>
            <a:off x="172866" y="514772"/>
            <a:ext cx="5904084" cy="4038177"/>
          </a:xfrm>
          <a:prstGeom prst="rect">
            <a:avLst/>
          </a:prstGeom>
        </p:spPr>
        <p:txBody>
          <a:bodyPr/>
          <a:lstStyle>
            <a:lvl1pPr algn="l" defTabSz="455737" rtl="0" eaLnBrk="1" latinLnBrk="0" hangingPunct="1">
              <a:lnSpc>
                <a:spcPct val="90000"/>
              </a:lnSpc>
              <a:spcBef>
                <a:spcPct val="0"/>
              </a:spcBef>
              <a:buNone/>
              <a:defRPr sz="2193" kern="1200">
                <a:solidFill>
                  <a:schemeClr val="tx1"/>
                </a:solidFill>
                <a:latin typeface="+mj-lt"/>
                <a:ea typeface="+mj-ea"/>
                <a:cs typeface="+mj-cs"/>
              </a:defRPr>
            </a:lvl1pPr>
          </a:lstStyle>
          <a:p>
            <a:pPr marL="228600" indent="-228600">
              <a:buFont typeface="+mj-lt"/>
              <a:buAutoNum type="arabicPeriod" startAt="4"/>
            </a:pPr>
            <a:r>
              <a:rPr lang="id-ID" sz="1200" b="1" noProof="1">
                <a:latin typeface="Bahnschrift" panose="020B0502040204020203" pitchFamily="34" charset="0"/>
              </a:rPr>
              <a:t>Jaringan (Network), </a:t>
            </a:r>
            <a:r>
              <a:rPr lang="id-ID" sz="1200" noProof="1">
                <a:latin typeface="Bahnschrift" panose="020B0502040204020203" pitchFamily="34" charset="0"/>
              </a:rPr>
              <a:t>Jaringan dalam konteks sistem informasi merujuk pada infrastruktur yang memungkinkan komunikasi dan pertukaran data antar perangkat atau komputer dalam suatu organisasi. Jaringan berperan dalam menghubungkan berbagai komponen sistem informasi dan memungkinkan aliran informasi yang efisien. </a:t>
            </a:r>
          </a:p>
          <a:p>
            <a:pPr marL="228600" indent="-228600">
              <a:buFont typeface="+mj-lt"/>
              <a:buAutoNum type="arabicPeriod" startAt="4"/>
            </a:pPr>
            <a:r>
              <a:rPr lang="id-ID" sz="1200" b="1" noProof="1">
                <a:latin typeface="Bahnschrift" panose="020B0502040204020203" pitchFamily="34" charset="0"/>
              </a:rPr>
              <a:t>Prosedur (Procedure), </a:t>
            </a:r>
            <a:r>
              <a:rPr lang="id-ID" sz="1200" noProof="1">
                <a:latin typeface="Bahnschrift" panose="020B0502040204020203" pitchFamily="34" charset="0"/>
              </a:rPr>
              <a:t>Prosedur dalam sistem informasi merupakan serangkaian langkah atau aturan. Hal ini mencakup prosedur pengumpulan data, proses pengolahan data, dan tata kelola sistem secara keseluruhan. Prosedur yang baik membantu memastikan konsistensi dan keandalan dalam pengelolaan sistem informasi. Contoh prosedur termasuk langkah langkah untuk pengumpulan data, validasi data, pengolahan data dalam sistem, penyimpanan data dalam basis data, serta distribusi informasi kepada pengguna yang berwenang. </a:t>
            </a:r>
          </a:p>
          <a:p>
            <a:pPr marL="228600" indent="-228600">
              <a:buFont typeface="+mj-lt"/>
              <a:buAutoNum type="arabicPeriod" startAt="4"/>
            </a:pPr>
            <a:r>
              <a:rPr lang="id-ID" sz="1200" b="1" noProof="1">
                <a:latin typeface="Bahnschrift" panose="020B0502040204020203" pitchFamily="34" charset="0"/>
              </a:rPr>
              <a:t>Manusia (People), </a:t>
            </a:r>
            <a:r>
              <a:rPr lang="id-ID" sz="1200" noProof="1">
                <a:latin typeface="Bahnschrift" panose="020B0502040204020203" pitchFamily="34" charset="0"/>
              </a:rPr>
              <a:t>Komponen manusia mencakup pengguna sistem informasi, administrator, pengembang, dan pemangku kepentingan lainnya yang terlibat dalam siklus hidup sistem informasi. Komponen ini melibatkan individu-individu yang berinteraksi dengan perangkat keras, perangkat lunak, data, serta prosedur-prosedur yang ada di dalam sistem. Komponen manusia dapat memberikan pengaruh dalam keberhasilan sistem informasi. Koordinasi dan kolaborasi antara berbagai pemangku kepentingan pada komponen manusia ini sangat diperlukan untuk memastikan sistem informasi dapat berfungsi sesuai harapan dan memberikan nilai tambah kepada organisasi. </a:t>
            </a:r>
            <a:endParaRPr lang="id-ID" sz="1200" b="1" noProof="1">
              <a:latin typeface="Bahnschrift" panose="020B0502040204020203" pitchFamily="34" charset="0"/>
            </a:endParaRPr>
          </a:p>
        </p:txBody>
      </p:sp>
    </p:spTree>
    <p:extLst>
      <p:ext uri="{BB962C8B-B14F-4D97-AF65-F5344CB8AC3E}">
        <p14:creationId xmlns:p14="http://schemas.microsoft.com/office/powerpoint/2010/main" val="2184099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488AA2F-B968-9BBE-9475-7A04BC7AD2CD}"/>
              </a:ext>
            </a:extLst>
          </p:cNvPr>
          <p:cNvSpPr txBox="1">
            <a:spLocks noChangeArrowheads="1"/>
          </p:cNvSpPr>
          <p:nvPr/>
        </p:nvSpPr>
        <p:spPr>
          <a:xfrm>
            <a:off x="172866" y="139176"/>
            <a:ext cx="5069694" cy="1019063"/>
          </a:xfrm>
          <a:prstGeom prst="rect">
            <a:avLst/>
          </a:prstGeom>
        </p:spPr>
        <p:txBody>
          <a:bodyPr/>
          <a:lstStyle>
            <a:lvl1pPr algn="l" defTabSz="455737" rtl="0" eaLnBrk="1" latinLnBrk="0" hangingPunct="1">
              <a:lnSpc>
                <a:spcPct val="90000"/>
              </a:lnSpc>
              <a:spcBef>
                <a:spcPct val="0"/>
              </a:spcBef>
              <a:buNone/>
              <a:defRPr sz="2193" kern="1200">
                <a:solidFill>
                  <a:schemeClr val="tx1"/>
                </a:solidFill>
                <a:latin typeface="+mj-lt"/>
                <a:ea typeface="+mj-ea"/>
                <a:cs typeface="+mj-cs"/>
              </a:defRPr>
            </a:lvl1pPr>
          </a:lstStyle>
          <a:p>
            <a:r>
              <a:rPr lang="id-ID" altLang="en-US" sz="2124" b="1" dirty="0">
                <a:latin typeface="Bahnschrift" panose="020B0502040204020203" pitchFamily="34" charset="0"/>
              </a:rPr>
              <a:t>TUGAS </a:t>
            </a:r>
          </a:p>
          <a:p>
            <a:r>
              <a:rPr lang="id-ID" altLang="en-US" sz="1600" b="1" dirty="0">
                <a:latin typeface="Bahnschrift" panose="020B0502040204020203" pitchFamily="34" charset="0"/>
              </a:rPr>
              <a:t>IDENTIFIKASI KOMPONEN-KOMPONEN SISTEM INFORMASI BERIKUT :</a:t>
            </a:r>
          </a:p>
          <a:p>
            <a:endParaRPr lang="en-US" altLang="en-US" sz="2124" b="1" dirty="0">
              <a:latin typeface="Bahnschrift" panose="020B0502040204020203" pitchFamily="34" charset="0"/>
            </a:endParaRPr>
          </a:p>
        </p:txBody>
      </p:sp>
      <p:sp>
        <p:nvSpPr>
          <p:cNvPr id="5" name="Rectangle 2">
            <a:extLst>
              <a:ext uri="{FF2B5EF4-FFF2-40B4-BE49-F238E27FC236}">
                <a16:creationId xmlns:a16="http://schemas.microsoft.com/office/drawing/2014/main" id="{8EE7827F-4C4C-5938-C602-51D6E713229A}"/>
              </a:ext>
            </a:extLst>
          </p:cNvPr>
          <p:cNvSpPr txBox="1">
            <a:spLocks noChangeArrowheads="1"/>
          </p:cNvSpPr>
          <p:nvPr/>
        </p:nvSpPr>
        <p:spPr>
          <a:xfrm>
            <a:off x="223665" y="1277257"/>
            <a:ext cx="5069694" cy="1862343"/>
          </a:xfrm>
          <a:prstGeom prst="rect">
            <a:avLst/>
          </a:prstGeom>
        </p:spPr>
        <p:txBody>
          <a:bodyPr/>
          <a:lstStyle>
            <a:lvl1pPr algn="l" defTabSz="455737" rtl="0" eaLnBrk="1" latinLnBrk="0" hangingPunct="1">
              <a:lnSpc>
                <a:spcPct val="90000"/>
              </a:lnSpc>
              <a:spcBef>
                <a:spcPct val="0"/>
              </a:spcBef>
              <a:buNone/>
              <a:defRPr sz="2193" kern="1200">
                <a:solidFill>
                  <a:schemeClr val="tx1"/>
                </a:solidFill>
                <a:latin typeface="+mj-lt"/>
                <a:ea typeface="+mj-ea"/>
                <a:cs typeface="+mj-cs"/>
              </a:defRPr>
            </a:lvl1pPr>
          </a:lstStyle>
          <a:p>
            <a:pPr marL="457200" indent="-457200">
              <a:buAutoNum type="arabicPeriod"/>
            </a:pPr>
            <a:r>
              <a:rPr lang="id-ID" altLang="en-US" sz="1400" b="1" dirty="0">
                <a:latin typeface="Bahnschrift" panose="020B0502040204020203" pitchFamily="34" charset="0"/>
              </a:rPr>
              <a:t>Sistem Informasi Akademik</a:t>
            </a:r>
          </a:p>
          <a:p>
            <a:pPr marL="457200" indent="-457200">
              <a:buAutoNum type="arabicPeriod"/>
            </a:pPr>
            <a:r>
              <a:rPr lang="id-ID" altLang="en-US" sz="1400" b="1" dirty="0">
                <a:latin typeface="Bahnschrift" panose="020B0502040204020203" pitchFamily="34" charset="0"/>
              </a:rPr>
              <a:t>Sistem Informasi Reservasi Tiket</a:t>
            </a:r>
          </a:p>
          <a:p>
            <a:pPr marL="457200" indent="-457200">
              <a:buAutoNum type="arabicPeriod"/>
            </a:pPr>
            <a:r>
              <a:rPr lang="id-ID" altLang="en-US" sz="1400" b="1" dirty="0">
                <a:latin typeface="Bahnschrift" panose="020B0502040204020203" pitchFamily="34" charset="0"/>
              </a:rPr>
              <a:t>Sistem Informasi Perpustakaan</a:t>
            </a:r>
          </a:p>
          <a:p>
            <a:pPr marL="457200" indent="-457200">
              <a:buAutoNum type="arabicPeriod"/>
            </a:pPr>
            <a:r>
              <a:rPr lang="id-ID" altLang="en-US" sz="1400" b="1" dirty="0">
                <a:latin typeface="Bahnschrift" panose="020B0502040204020203" pitchFamily="34" charset="0"/>
              </a:rPr>
              <a:t>Sistem Informasi Penjualan Barang</a:t>
            </a:r>
          </a:p>
          <a:p>
            <a:pPr marL="457200" indent="-457200">
              <a:buAutoNum type="arabicPeriod"/>
            </a:pPr>
            <a:r>
              <a:rPr lang="id-ID" altLang="en-US" sz="1400" b="1" dirty="0">
                <a:latin typeface="Bahnschrift" panose="020B0502040204020203" pitchFamily="34" charset="0"/>
              </a:rPr>
              <a:t>Sistem Informasi Kepegawaian</a:t>
            </a:r>
            <a:endParaRPr lang="en-US" altLang="en-US" sz="1400" b="1" dirty="0">
              <a:latin typeface="Bahnschrift" panose="020B0502040204020203" pitchFamily="34" charset="0"/>
            </a:endParaRPr>
          </a:p>
        </p:txBody>
      </p:sp>
    </p:spTree>
    <p:extLst>
      <p:ext uri="{BB962C8B-B14F-4D97-AF65-F5344CB8AC3E}">
        <p14:creationId xmlns:p14="http://schemas.microsoft.com/office/powerpoint/2010/main" val="662261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defRPr/>
            </a:pPr>
            <a:fld id="{378C0B8F-7C72-4CD2-B188-5DE855C4FF53}" type="slidenum">
              <a:rPr lang="en-US" altLang="en-US"/>
              <a:pPr>
                <a:defRPr/>
              </a:pPr>
              <a:t>13</a:t>
            </a:fld>
            <a:endParaRPr lang="en-US" altLang="en-US"/>
          </a:p>
        </p:txBody>
      </p:sp>
      <p:sp>
        <p:nvSpPr>
          <p:cNvPr id="13316" name="Rectangle 2"/>
          <p:cNvSpPr>
            <a:spLocks noGrp="1" noChangeArrowheads="1"/>
          </p:cNvSpPr>
          <p:nvPr>
            <p:ph type="title"/>
          </p:nvPr>
        </p:nvSpPr>
        <p:spPr>
          <a:xfrm>
            <a:off x="303848" y="184437"/>
            <a:ext cx="5469255" cy="497451"/>
          </a:xfrm>
        </p:spPr>
        <p:txBody>
          <a:bodyPr/>
          <a:lstStyle/>
          <a:p>
            <a:pPr eaLnBrk="1" hangingPunct="1"/>
            <a:r>
              <a:rPr lang="en-US" b="1" dirty="0" err="1"/>
              <a:t>Contoh</a:t>
            </a:r>
            <a:r>
              <a:rPr lang="en-US" b="1" dirty="0"/>
              <a:t> </a:t>
            </a:r>
            <a:r>
              <a:rPr lang="en-US" b="1" dirty="0" err="1"/>
              <a:t>Sistem</a:t>
            </a:r>
            <a:r>
              <a:rPr lang="en-US" b="1" dirty="0"/>
              <a:t> </a:t>
            </a:r>
            <a:r>
              <a:rPr lang="en-US" b="1" dirty="0" err="1"/>
              <a:t>Informasi</a:t>
            </a:r>
            <a:endParaRPr lang="id-ID" b="1" dirty="0"/>
          </a:p>
        </p:txBody>
      </p:sp>
      <p:sp>
        <p:nvSpPr>
          <p:cNvPr id="5123" name="Rectangle 3"/>
          <p:cNvSpPr>
            <a:spLocks noGrp="1" noChangeArrowheads="1"/>
          </p:cNvSpPr>
          <p:nvPr>
            <p:ph type="body" sz="half" idx="1"/>
          </p:nvPr>
        </p:nvSpPr>
        <p:spPr>
          <a:xfrm>
            <a:off x="306705" y="907428"/>
            <a:ext cx="5122069" cy="3007898"/>
          </a:xfrm>
        </p:spPr>
        <p:txBody>
          <a:bodyPr/>
          <a:lstStyle/>
          <a:p>
            <a:pPr eaLnBrk="1" hangingPunct="1"/>
            <a:r>
              <a:rPr lang="en-US" sz="1726" dirty="0" err="1"/>
              <a:t>Sistem</a:t>
            </a:r>
            <a:r>
              <a:rPr lang="en-US" sz="1726" dirty="0"/>
              <a:t> </a:t>
            </a:r>
            <a:r>
              <a:rPr lang="en-US" sz="1726" dirty="0" err="1"/>
              <a:t>reservasi</a:t>
            </a:r>
            <a:r>
              <a:rPr lang="en-US" sz="1726" dirty="0"/>
              <a:t> </a:t>
            </a:r>
            <a:r>
              <a:rPr lang="en-US" sz="1726" dirty="0" err="1"/>
              <a:t>pesawat</a:t>
            </a:r>
            <a:r>
              <a:rPr lang="en-US" sz="1726" dirty="0"/>
              <a:t> terbang</a:t>
            </a:r>
          </a:p>
          <a:p>
            <a:pPr eaLnBrk="1" hangingPunct="1"/>
            <a:r>
              <a:rPr lang="en-US" sz="1726" dirty="0" err="1"/>
              <a:t>Sistem</a:t>
            </a:r>
            <a:r>
              <a:rPr lang="en-US" sz="1726" dirty="0"/>
              <a:t> </a:t>
            </a:r>
            <a:r>
              <a:rPr lang="en-US" sz="1726" dirty="0" err="1"/>
              <a:t>untuk</a:t>
            </a:r>
            <a:r>
              <a:rPr lang="en-US" sz="1726" dirty="0"/>
              <a:t> </a:t>
            </a:r>
            <a:r>
              <a:rPr lang="en-US" sz="1726" dirty="0" err="1"/>
              <a:t>menangani</a:t>
            </a:r>
            <a:r>
              <a:rPr lang="en-US" sz="1726" dirty="0"/>
              <a:t> </a:t>
            </a:r>
            <a:r>
              <a:rPr lang="en-US" sz="1726" dirty="0" err="1"/>
              <a:t>penjualan</a:t>
            </a:r>
            <a:r>
              <a:rPr lang="en-US" sz="1726" dirty="0"/>
              <a:t> </a:t>
            </a:r>
            <a:r>
              <a:rPr lang="en-US" sz="1726" dirty="0" err="1"/>
              <a:t>kredit</a:t>
            </a:r>
            <a:r>
              <a:rPr lang="en-US" sz="1726" dirty="0"/>
              <a:t> </a:t>
            </a:r>
            <a:r>
              <a:rPr lang="en-US" sz="1726" dirty="0" err="1"/>
              <a:t>kendaraan</a:t>
            </a:r>
            <a:r>
              <a:rPr lang="en-US" sz="1726" dirty="0"/>
              <a:t> </a:t>
            </a:r>
            <a:r>
              <a:rPr lang="en-US" sz="1726" dirty="0" err="1"/>
              <a:t>bermotor</a:t>
            </a:r>
            <a:r>
              <a:rPr lang="en-US" sz="1726" dirty="0"/>
              <a:t> </a:t>
            </a:r>
          </a:p>
          <a:p>
            <a:pPr eaLnBrk="1" hangingPunct="1"/>
            <a:r>
              <a:rPr lang="en-US" sz="1726" dirty="0" err="1"/>
              <a:t>Sistem</a:t>
            </a:r>
            <a:r>
              <a:rPr lang="en-US" sz="1726" dirty="0"/>
              <a:t> </a:t>
            </a:r>
            <a:r>
              <a:rPr lang="en-US" sz="1726" dirty="0" err="1"/>
              <a:t>biometrik</a:t>
            </a:r>
            <a:endParaRPr lang="en-US" sz="1726" dirty="0"/>
          </a:p>
          <a:p>
            <a:pPr eaLnBrk="1" hangingPunct="1"/>
            <a:endParaRPr lang="en-US" sz="1726" dirty="0"/>
          </a:p>
        </p:txBody>
      </p:sp>
      <p:pic>
        <p:nvPicPr>
          <p:cNvPr id="13318" name="Picture 4" descr="fingerprint"/>
          <p:cNvPicPr>
            <a:picLocks noGrp="1" noChangeAspect="1" noChangeArrowheads="1"/>
          </p:cNvPicPr>
          <p:nvPr>
            <p:ph sz="half" idx="2"/>
          </p:nvPr>
        </p:nvPicPr>
        <p:blipFill>
          <a:blip r:embed="rId2"/>
          <a:srcRect/>
          <a:stretch>
            <a:fillRect/>
          </a:stretch>
        </p:blipFill>
        <p:spPr>
          <a:xfrm>
            <a:off x="2607421" y="2411377"/>
            <a:ext cx="2391352" cy="1729489"/>
          </a:xfrm>
          <a:noFill/>
        </p:spPr>
      </p:pic>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ox(in)">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box(in)">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box(in)">
                                      <p:cBhvr>
                                        <p:cTn id="17" dur="500"/>
                                        <p:tgtEl>
                                          <p:spTgt spid="5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6"/>
          <p:cNvSpPr>
            <a:spLocks noGrp="1"/>
          </p:cNvSpPr>
          <p:nvPr>
            <p:ph type="sldNum" sz="quarter" idx="12"/>
          </p:nvPr>
        </p:nvSpPr>
        <p:spPr/>
        <p:txBody>
          <a:bodyPr/>
          <a:lstStyle/>
          <a:p>
            <a:pPr>
              <a:defRPr/>
            </a:pPr>
            <a:fld id="{55C52F93-5131-403A-BE2C-00BD0C6B14BC}" type="slidenum">
              <a:rPr lang="en-US" altLang="en-US"/>
              <a:pPr>
                <a:defRPr/>
              </a:pPr>
              <a:t>14</a:t>
            </a:fld>
            <a:endParaRPr lang="en-US" altLang="en-US"/>
          </a:p>
        </p:txBody>
      </p:sp>
      <p:sp>
        <p:nvSpPr>
          <p:cNvPr id="2053" name="Rectangle 2"/>
          <p:cNvSpPr>
            <a:spLocks noGrp="1" noChangeArrowheads="1"/>
          </p:cNvSpPr>
          <p:nvPr>
            <p:ph type="title"/>
          </p:nvPr>
        </p:nvSpPr>
        <p:spPr>
          <a:xfrm>
            <a:off x="303848" y="184438"/>
            <a:ext cx="5469255" cy="603898"/>
          </a:xfrm>
        </p:spPr>
        <p:txBody>
          <a:bodyPr/>
          <a:lstStyle/>
          <a:p>
            <a:pPr eaLnBrk="1" hangingPunct="1"/>
            <a:r>
              <a:rPr lang="en-US" b="1" dirty="0" err="1"/>
              <a:t>Contoh</a:t>
            </a:r>
            <a:r>
              <a:rPr lang="en-US" b="1" dirty="0"/>
              <a:t> </a:t>
            </a:r>
            <a:r>
              <a:rPr lang="en-US" b="1" dirty="0" err="1"/>
              <a:t>Sistem</a:t>
            </a:r>
            <a:r>
              <a:rPr lang="en-US" b="1" dirty="0"/>
              <a:t> </a:t>
            </a:r>
            <a:r>
              <a:rPr lang="en-US" b="1" dirty="0" err="1"/>
              <a:t>Informasi</a:t>
            </a:r>
            <a:r>
              <a:rPr lang="id-ID" b="1" dirty="0"/>
              <a:t> ...</a:t>
            </a:r>
          </a:p>
        </p:txBody>
      </p:sp>
      <p:sp>
        <p:nvSpPr>
          <p:cNvPr id="6147" name="Rectangle 3"/>
          <p:cNvSpPr>
            <a:spLocks noGrp="1" noChangeArrowheads="1"/>
          </p:cNvSpPr>
          <p:nvPr>
            <p:ph type="body" sz="half" idx="1"/>
          </p:nvPr>
        </p:nvSpPr>
        <p:spPr>
          <a:xfrm>
            <a:off x="306705" y="1062355"/>
            <a:ext cx="3066918" cy="3007898"/>
          </a:xfrm>
        </p:spPr>
        <p:txBody>
          <a:bodyPr/>
          <a:lstStyle/>
          <a:p>
            <a:pPr eaLnBrk="1" hangingPunct="1"/>
            <a:r>
              <a:rPr lang="en-US" sz="1726"/>
              <a:t>Sistem POS (</a:t>
            </a:r>
            <a:r>
              <a:rPr lang="en-US" sz="1726" i="1"/>
              <a:t>point-of-sale</a:t>
            </a:r>
            <a:r>
              <a:rPr lang="en-US" sz="1726"/>
              <a:t>)</a:t>
            </a:r>
          </a:p>
          <a:p>
            <a:pPr eaLnBrk="1" hangingPunct="1"/>
            <a:endParaRPr lang="en-US" sz="1726"/>
          </a:p>
          <a:p>
            <a:pPr eaLnBrk="1" hangingPunct="1"/>
            <a:r>
              <a:rPr lang="en-US" sz="1726"/>
              <a:t>Sistem telemetri </a:t>
            </a:r>
          </a:p>
          <a:p>
            <a:pPr eaLnBrk="1" hangingPunct="1"/>
            <a:r>
              <a:rPr lang="en-US" sz="1726"/>
              <a:t>Sistem berbasiskan kartu cerdas (</a:t>
            </a:r>
            <a:r>
              <a:rPr lang="en-US" sz="1726" i="1"/>
              <a:t>smart card</a:t>
            </a:r>
            <a:r>
              <a:rPr lang="en-US" sz="1726"/>
              <a:t>)</a:t>
            </a:r>
            <a:endParaRPr lang="id-ID" sz="1726"/>
          </a:p>
        </p:txBody>
      </p:sp>
      <p:sp>
        <p:nvSpPr>
          <p:cNvPr id="2055" name="Rectangle 5"/>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graphicFrame>
        <p:nvGraphicFramePr>
          <p:cNvPr id="2050" name="Object 4"/>
          <p:cNvGraphicFramePr>
            <a:graphicFrameLocks noChangeAspect="1"/>
          </p:cNvGraphicFramePr>
          <p:nvPr/>
        </p:nvGraphicFramePr>
        <p:xfrm>
          <a:off x="4329532" y="985419"/>
          <a:ext cx="878972" cy="1302650"/>
        </p:xfrm>
        <a:graphic>
          <a:graphicData uri="http://schemas.openxmlformats.org/presentationml/2006/ole">
            <mc:AlternateContent xmlns:mc="http://schemas.openxmlformats.org/markup-compatibility/2006">
              <mc:Choice xmlns:v="urn:schemas-microsoft-com:vml" Requires="v">
                <p:oleObj name="Picture" r:id="rId2" imgW="1610947" imgH="2374058" progId="Word.Picture.8">
                  <p:embed/>
                </p:oleObj>
              </mc:Choice>
              <mc:Fallback>
                <p:oleObj name="Picture" r:id="rId2" imgW="1610947" imgH="2374058" progId="Word.Picture.8">
                  <p:embed/>
                  <p:pic>
                    <p:nvPicPr>
                      <p:cNvPr id="205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9532" y="985419"/>
                        <a:ext cx="878972" cy="130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6" name="Picture 6" descr="card_mentariplus"/>
          <p:cNvPicPr>
            <a:picLocks noGrp="1" noChangeAspect="1" noChangeArrowheads="1"/>
          </p:cNvPicPr>
          <p:nvPr>
            <p:ph sz="half" idx="2"/>
          </p:nvPr>
        </p:nvPicPr>
        <p:blipFill>
          <a:blip r:embed="rId4"/>
          <a:srcRect/>
          <a:stretch>
            <a:fillRect/>
          </a:stretch>
        </p:blipFill>
        <p:spPr>
          <a:xfrm>
            <a:off x="3421050" y="2670643"/>
            <a:ext cx="2151058" cy="1352184"/>
          </a:xfrm>
          <a:noFill/>
        </p:spPr>
      </p:pic>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ox(in)">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ox(in)">
                                      <p:cBhvr>
                                        <p:cTn id="12" dur="500"/>
                                        <p:tgtEl>
                                          <p:spTgt spid="61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box(in)">
                                      <p:cBhvr>
                                        <p:cTn id="17" dur="500"/>
                                        <p:tgtEl>
                                          <p:spTgt spid="61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defRPr/>
            </a:pPr>
            <a:fld id="{637D7E7A-78B4-4C1F-97C5-B35CAD9927C2}" type="slidenum">
              <a:rPr lang="en-US" altLang="en-US"/>
              <a:pPr>
                <a:defRPr/>
              </a:pPr>
              <a:t>15</a:t>
            </a:fld>
            <a:endParaRPr lang="en-US" altLang="en-US"/>
          </a:p>
        </p:txBody>
      </p:sp>
      <p:sp>
        <p:nvSpPr>
          <p:cNvPr id="14340" name="Rectangle 2"/>
          <p:cNvSpPr>
            <a:spLocks noGrp="1" noChangeArrowheads="1"/>
          </p:cNvSpPr>
          <p:nvPr>
            <p:ph type="title"/>
          </p:nvPr>
        </p:nvSpPr>
        <p:spPr/>
        <p:txBody>
          <a:bodyPr/>
          <a:lstStyle/>
          <a:p>
            <a:pPr eaLnBrk="1" hangingPunct="1"/>
            <a:r>
              <a:rPr lang="en-US" b="1" dirty="0" err="1"/>
              <a:t>Contoh</a:t>
            </a:r>
            <a:r>
              <a:rPr lang="en-US" b="1" dirty="0"/>
              <a:t> </a:t>
            </a:r>
            <a:r>
              <a:rPr lang="en-US" b="1" dirty="0" err="1"/>
              <a:t>Sistem</a:t>
            </a:r>
            <a:r>
              <a:rPr lang="en-US" b="1" dirty="0"/>
              <a:t> </a:t>
            </a:r>
            <a:r>
              <a:rPr lang="en-US" b="1" dirty="0" err="1"/>
              <a:t>Informasi</a:t>
            </a:r>
            <a:r>
              <a:rPr lang="id-ID" b="1" dirty="0"/>
              <a:t> ...</a:t>
            </a:r>
          </a:p>
        </p:txBody>
      </p:sp>
      <p:sp>
        <p:nvSpPr>
          <p:cNvPr id="9219" name="Rectangle 3"/>
          <p:cNvSpPr>
            <a:spLocks noGrp="1" noChangeArrowheads="1"/>
          </p:cNvSpPr>
          <p:nvPr>
            <p:ph type="body" sz="half" idx="1"/>
          </p:nvPr>
        </p:nvSpPr>
        <p:spPr>
          <a:xfrm>
            <a:off x="306705" y="1062355"/>
            <a:ext cx="5026162" cy="3007898"/>
          </a:xfrm>
        </p:spPr>
        <p:txBody>
          <a:bodyPr/>
          <a:lstStyle/>
          <a:p>
            <a:pPr eaLnBrk="1" hangingPunct="1"/>
            <a:r>
              <a:rPr lang="en-US" sz="1726"/>
              <a:t>Sistem yang dipasang pada tempat-tempat publik yang memungkinkan seseorang mendapatkan informasi seperti hotel, tempat pariwisata, pertokoan, dan lain-lain</a:t>
            </a:r>
          </a:p>
          <a:p>
            <a:pPr eaLnBrk="1" hangingPunct="1"/>
            <a:r>
              <a:rPr lang="en-US" sz="1726"/>
              <a:t>Sistem layanan akademis berbasis Web</a:t>
            </a:r>
          </a:p>
          <a:p>
            <a:pPr eaLnBrk="1" hangingPunct="1"/>
            <a:r>
              <a:rPr lang="en-US" sz="1726"/>
              <a:t>Sistem pertukaran data elektronis (</a:t>
            </a:r>
            <a:r>
              <a:rPr lang="en-US" sz="1726" i="1"/>
              <a:t>Electronic Data Interchange</a:t>
            </a:r>
            <a:r>
              <a:rPr lang="en-US" sz="1726"/>
              <a:t> atau EDI) </a:t>
            </a:r>
          </a:p>
          <a:p>
            <a:pPr eaLnBrk="1" hangingPunct="1"/>
            <a:r>
              <a:rPr lang="en-US" sz="1726" i="1"/>
              <a:t>E-government</a:t>
            </a:r>
            <a:r>
              <a:rPr lang="en-US" sz="1726"/>
              <a:t> atau sistem informasi layanan pemerintahan yang berbasis Internet</a:t>
            </a:r>
          </a:p>
          <a:p>
            <a:pPr eaLnBrk="1" hangingPunct="1"/>
            <a:r>
              <a:rPr lang="en-US" sz="1726"/>
              <a:t>Jaringan Sosial (facebook)</a:t>
            </a:r>
            <a:endParaRPr lang="id-ID" sz="1726"/>
          </a:p>
        </p:txBody>
      </p:sp>
      <p:sp>
        <p:nvSpPr>
          <p:cNvPr id="14342" name="Rectangle 4"/>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1" nodeType="clickEffect">
                                  <p:stCondLst>
                                    <p:cond delay="0"/>
                                  </p:stCondLst>
                                  <p:childTnLst>
                                    <p:set>
                                      <p:cBhvr>
                                        <p:cTn id="26" dur="1" fill="hold">
                                          <p:stCondLst>
                                            <p:cond delay="0"/>
                                          </p:stCondLst>
                                        </p:cTn>
                                        <p:tgtEl>
                                          <p:spTgt spid="9219">
                                            <p:txEl>
                                              <p:pRg st="0" end="0"/>
                                            </p:txEl>
                                          </p:spTgt>
                                        </p:tgtEl>
                                        <p:attrNameLst>
                                          <p:attrName>style.visibility</p:attrName>
                                        </p:attrNameLst>
                                      </p:cBhvr>
                                      <p:to>
                                        <p:strVal val="visible"/>
                                      </p:to>
                                    </p:set>
                                    <p:animEffect transition="in" filter="box(in)">
                                      <p:cBhvr>
                                        <p:cTn id="27" dur="500"/>
                                        <p:tgtEl>
                                          <p:spTgt spid="921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1" nodeType="clickEffect">
                                  <p:stCondLst>
                                    <p:cond delay="0"/>
                                  </p:stCondLst>
                                  <p:childTnLst>
                                    <p:set>
                                      <p:cBhvr>
                                        <p:cTn id="31" dur="1" fill="hold">
                                          <p:stCondLst>
                                            <p:cond delay="0"/>
                                          </p:stCondLst>
                                        </p:cTn>
                                        <p:tgtEl>
                                          <p:spTgt spid="9219">
                                            <p:txEl>
                                              <p:pRg st="1" end="1"/>
                                            </p:txEl>
                                          </p:spTgt>
                                        </p:tgtEl>
                                        <p:attrNameLst>
                                          <p:attrName>style.visibility</p:attrName>
                                        </p:attrNameLst>
                                      </p:cBhvr>
                                      <p:to>
                                        <p:strVal val="visible"/>
                                      </p:to>
                                    </p:set>
                                    <p:animEffect transition="in" filter="box(in)">
                                      <p:cBhvr>
                                        <p:cTn id="32" dur="500"/>
                                        <p:tgtEl>
                                          <p:spTgt spid="9219">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1" nodeType="clickEffect">
                                  <p:stCondLst>
                                    <p:cond delay="0"/>
                                  </p:stCondLst>
                                  <p:childTnLst>
                                    <p:set>
                                      <p:cBhvr>
                                        <p:cTn id="36" dur="1" fill="hold">
                                          <p:stCondLst>
                                            <p:cond delay="0"/>
                                          </p:stCondLst>
                                        </p:cTn>
                                        <p:tgtEl>
                                          <p:spTgt spid="9219">
                                            <p:txEl>
                                              <p:pRg st="2" end="2"/>
                                            </p:txEl>
                                          </p:spTgt>
                                        </p:tgtEl>
                                        <p:attrNameLst>
                                          <p:attrName>style.visibility</p:attrName>
                                        </p:attrNameLst>
                                      </p:cBhvr>
                                      <p:to>
                                        <p:strVal val="visible"/>
                                      </p:to>
                                    </p:set>
                                    <p:animEffect transition="in" filter="box(in)">
                                      <p:cBhvr>
                                        <p:cTn id="37" dur="500"/>
                                        <p:tgtEl>
                                          <p:spTgt spid="9219">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1" nodeType="clickEffect">
                                  <p:stCondLst>
                                    <p:cond delay="0"/>
                                  </p:stCondLst>
                                  <p:childTnLst>
                                    <p:set>
                                      <p:cBhvr>
                                        <p:cTn id="41" dur="1" fill="hold">
                                          <p:stCondLst>
                                            <p:cond delay="0"/>
                                          </p:stCondLst>
                                        </p:cTn>
                                        <p:tgtEl>
                                          <p:spTgt spid="9219">
                                            <p:txEl>
                                              <p:pRg st="3" end="3"/>
                                            </p:txEl>
                                          </p:spTgt>
                                        </p:tgtEl>
                                        <p:attrNameLst>
                                          <p:attrName>style.visibility</p:attrName>
                                        </p:attrNameLst>
                                      </p:cBhvr>
                                      <p:to>
                                        <p:strVal val="visible"/>
                                      </p:to>
                                    </p:set>
                                    <p:animEffect transition="in" filter="box(in)">
                                      <p:cBhvr>
                                        <p:cTn id="42" dur="500"/>
                                        <p:tgtEl>
                                          <p:spTgt spid="9219">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1" nodeType="clickEffect">
                                  <p:stCondLst>
                                    <p:cond delay="0"/>
                                  </p:stCondLst>
                                  <p:childTnLst>
                                    <p:set>
                                      <p:cBhvr>
                                        <p:cTn id="46" dur="1" fill="hold">
                                          <p:stCondLst>
                                            <p:cond delay="0"/>
                                          </p:stCondLst>
                                        </p:cTn>
                                        <p:tgtEl>
                                          <p:spTgt spid="9219">
                                            <p:txEl>
                                              <p:pRg st="4" end="4"/>
                                            </p:txEl>
                                          </p:spTgt>
                                        </p:tgtEl>
                                        <p:attrNameLst>
                                          <p:attrName>style.visibility</p:attrName>
                                        </p:attrNameLst>
                                      </p:cBhvr>
                                      <p:to>
                                        <p:strVal val="visible"/>
                                      </p:to>
                                    </p:set>
                                    <p:animEffect transition="in" filter="box(in)">
                                      <p:cBhvr>
                                        <p:cTn id="47"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P spid="9219" grpI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5"/>
          <p:cNvSpPr>
            <a:spLocks noGrp="1"/>
          </p:cNvSpPr>
          <p:nvPr>
            <p:ph type="ftr" sz="quarter" idx="11"/>
          </p:nvPr>
        </p:nvSpPr>
        <p:spPr/>
        <p:txBody>
          <a:bodyPr/>
          <a:lstStyle/>
          <a:p>
            <a:pPr>
              <a:defRPr/>
            </a:pPr>
            <a:r>
              <a:rPr lang="en-US" altLang="en-US"/>
              <a:t>Minggu 1/AK/Sistem Informatika</a:t>
            </a:r>
          </a:p>
        </p:txBody>
      </p:sp>
      <p:sp>
        <p:nvSpPr>
          <p:cNvPr id="8" name="Slide Number Placeholder 6"/>
          <p:cNvSpPr>
            <a:spLocks noGrp="1"/>
          </p:cNvSpPr>
          <p:nvPr>
            <p:ph type="sldNum" sz="quarter" idx="12"/>
          </p:nvPr>
        </p:nvSpPr>
        <p:spPr/>
        <p:txBody>
          <a:bodyPr/>
          <a:lstStyle/>
          <a:p>
            <a:pPr>
              <a:defRPr/>
            </a:pPr>
            <a:fld id="{82E421B3-57EE-4EDC-BB74-2C62AB86BAC8}" type="slidenum">
              <a:rPr lang="en-US" altLang="en-US"/>
              <a:pPr>
                <a:defRPr/>
              </a:pPr>
              <a:t>16</a:t>
            </a:fld>
            <a:endParaRPr lang="en-US" altLang="en-US"/>
          </a:p>
        </p:txBody>
      </p:sp>
      <p:pic>
        <p:nvPicPr>
          <p:cNvPr id="15364" name="Picture 2"/>
          <p:cNvPicPr>
            <a:picLocks noGrp="1" noChangeAspect="1" noChangeArrowheads="1"/>
          </p:cNvPicPr>
          <p:nvPr>
            <p:ph sz="half" idx="1"/>
          </p:nvPr>
        </p:nvPicPr>
        <p:blipFill>
          <a:blip r:embed="rId2"/>
          <a:srcRect t="38498" r="32469"/>
          <a:stretch>
            <a:fillRect/>
          </a:stretch>
        </p:blipFill>
        <p:spPr>
          <a:xfrm>
            <a:off x="205528" y="382575"/>
            <a:ext cx="5412952" cy="4018610"/>
          </a:xfrm>
          <a:noFill/>
        </p:spPr>
      </p:pic>
      <p:sp>
        <p:nvSpPr>
          <p:cNvPr id="15365" name="Rectangle 3"/>
          <p:cNvSpPr>
            <a:spLocks noGrp="1" noChangeArrowheads="1"/>
          </p:cNvSpPr>
          <p:nvPr>
            <p:ph type="title"/>
          </p:nvPr>
        </p:nvSpPr>
        <p:spPr>
          <a:xfrm>
            <a:off x="205528" y="-99068"/>
            <a:ext cx="5463540" cy="604952"/>
          </a:xfrm>
        </p:spPr>
        <p:txBody>
          <a:bodyPr/>
          <a:lstStyle/>
          <a:p>
            <a:pPr eaLnBrk="1" hangingPunct="1"/>
            <a:r>
              <a:rPr lang="en-US" b="1" dirty="0" err="1"/>
              <a:t>Transportasi</a:t>
            </a:r>
            <a:r>
              <a:rPr lang="en-US" b="1" dirty="0"/>
              <a:t> Kereta Api</a:t>
            </a:r>
          </a:p>
        </p:txBody>
      </p:sp>
      <p:pic>
        <p:nvPicPr>
          <p:cNvPr id="15366" name="Picture 4"/>
          <p:cNvPicPr>
            <a:picLocks noGrp="1" noChangeAspect="1" noChangeArrowheads="1"/>
          </p:cNvPicPr>
          <p:nvPr>
            <p:ph sz="half" idx="2"/>
          </p:nvPr>
        </p:nvPicPr>
        <p:blipFill>
          <a:blip r:embed="rId3"/>
          <a:srcRect/>
          <a:stretch>
            <a:fillRect/>
          </a:stretch>
        </p:blipFill>
        <p:spPr>
          <a:xfrm>
            <a:off x="964353" y="910590"/>
            <a:ext cx="4957657" cy="3601257"/>
          </a:xfrm>
          <a:noFill/>
        </p:spPr>
      </p:pic>
      <p:sp>
        <p:nvSpPr>
          <p:cNvPr id="15367" name="AutoShape 5"/>
          <p:cNvSpPr>
            <a:spLocks noChangeArrowheads="1"/>
          </p:cNvSpPr>
          <p:nvPr/>
        </p:nvSpPr>
        <p:spPr bwMode="auto">
          <a:xfrm rot="5400000">
            <a:off x="4219397" y="539082"/>
            <a:ext cx="540663" cy="575442"/>
          </a:xfrm>
          <a:custGeom>
            <a:avLst/>
            <a:gdLst>
              <a:gd name="T0" fmla="*/ 21502032 w 21600"/>
              <a:gd name="T1" fmla="*/ 0 h 21600"/>
              <a:gd name="T2" fmla="*/ 21502032 w 21600"/>
              <a:gd name="T3" fmla="*/ 19577957 h 21600"/>
              <a:gd name="T4" fmla="*/ 4601480 w 21600"/>
              <a:gd name="T5" fmla="*/ 34782354 h 21600"/>
              <a:gd name="T6" fmla="*/ 30704990 w 21600"/>
              <a:gd name="T7" fmla="*/ 978897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FF00"/>
          </a:solidFill>
          <a:ln w="9525">
            <a:solidFill>
              <a:schemeClr val="tx1"/>
            </a:solidFill>
            <a:miter lim="800000"/>
            <a:headEnd/>
            <a:tailEnd/>
          </a:ln>
        </p:spPr>
        <p:txBody>
          <a:bodyPr wrap="none" anchor="ctr"/>
          <a:lstStyle/>
          <a:p>
            <a:endParaRPr lang="en-US" sz="1195"/>
          </a:p>
        </p:txBody>
      </p:sp>
    </p:spTree>
  </p:cSld>
  <p:clrMapOvr>
    <a:masterClrMapping/>
  </p:clrMapOvr>
  <p:transition>
    <p:zoom dir="in"/>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defRPr/>
            </a:pPr>
            <a:fld id="{85C7E3FF-B435-4E94-AC1C-BF1D13454E06}" type="slidenum">
              <a:rPr lang="en-US" altLang="en-US"/>
              <a:pPr>
                <a:defRPr/>
              </a:pPr>
              <a:t>17</a:t>
            </a:fld>
            <a:endParaRPr lang="en-US" altLang="en-US"/>
          </a:p>
        </p:txBody>
      </p:sp>
      <p:sp>
        <p:nvSpPr>
          <p:cNvPr id="16388" name="Rectangle 2"/>
          <p:cNvSpPr>
            <a:spLocks noGrp="1" noChangeArrowheads="1"/>
          </p:cNvSpPr>
          <p:nvPr>
            <p:ph type="title"/>
          </p:nvPr>
        </p:nvSpPr>
        <p:spPr/>
        <p:txBody>
          <a:bodyPr/>
          <a:lstStyle/>
          <a:p>
            <a:pPr eaLnBrk="1" hangingPunct="1"/>
            <a:r>
              <a:rPr lang="en-US" b="1" dirty="0" err="1"/>
              <a:t>Perbankan</a:t>
            </a:r>
            <a:endParaRPr lang="en-US" b="1" dirty="0"/>
          </a:p>
        </p:txBody>
      </p:sp>
      <p:sp>
        <p:nvSpPr>
          <p:cNvPr id="16389" name="Rectangle 3"/>
          <p:cNvSpPr>
            <a:spLocks noGrp="1" noChangeArrowheads="1"/>
          </p:cNvSpPr>
          <p:nvPr>
            <p:ph type="body" sz="half" idx="1"/>
          </p:nvPr>
        </p:nvSpPr>
        <p:spPr/>
        <p:txBody>
          <a:bodyPr/>
          <a:lstStyle/>
          <a:p>
            <a:pPr eaLnBrk="1" hangingPunct="1"/>
            <a:r>
              <a:rPr lang="en-US" sz="1726"/>
              <a:t>Info produk bank</a:t>
            </a:r>
          </a:p>
          <a:p>
            <a:pPr eaLnBrk="1" hangingPunct="1"/>
            <a:r>
              <a:rPr lang="en-US" sz="1726"/>
              <a:t>Internet banking</a:t>
            </a:r>
          </a:p>
          <a:p>
            <a:pPr eaLnBrk="1" hangingPunct="1">
              <a:buFont typeface="Wingdings" pitchFamily="2" charset="2"/>
              <a:buNone/>
            </a:pPr>
            <a:endParaRPr lang="en-US" sz="1726"/>
          </a:p>
        </p:txBody>
      </p:sp>
      <p:pic>
        <p:nvPicPr>
          <p:cNvPr id="16390" name="Picture 4"/>
          <p:cNvPicPr>
            <a:picLocks noGrp="1" noChangeAspect="1" noChangeArrowheads="1"/>
          </p:cNvPicPr>
          <p:nvPr>
            <p:ph sz="half" idx="2"/>
          </p:nvPr>
        </p:nvPicPr>
        <p:blipFill>
          <a:blip r:embed="rId2"/>
          <a:srcRect/>
          <a:stretch>
            <a:fillRect/>
          </a:stretch>
        </p:blipFill>
        <p:spPr>
          <a:xfrm>
            <a:off x="2434272" y="941154"/>
            <a:ext cx="3338830" cy="2425079"/>
          </a:xfrm>
          <a:noFill/>
        </p:spPr>
      </p:pic>
    </p:spTree>
  </p:cSld>
  <p:clrMapOvr>
    <a:masterClrMapping/>
  </p:clrMapOvr>
  <p:transition>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defRPr/>
            </a:pPr>
            <a:fld id="{30B68ACD-BF50-41F7-9357-64345627D82C}" type="slidenum">
              <a:rPr lang="en-US" altLang="en-US"/>
              <a:pPr>
                <a:defRPr/>
              </a:pPr>
              <a:t>18</a:t>
            </a:fld>
            <a:endParaRPr lang="en-US" altLang="en-US"/>
          </a:p>
        </p:txBody>
      </p:sp>
      <p:sp>
        <p:nvSpPr>
          <p:cNvPr id="17412" name="Rectangle 2"/>
          <p:cNvSpPr>
            <a:spLocks noGrp="1" noChangeArrowheads="1"/>
          </p:cNvSpPr>
          <p:nvPr>
            <p:ph type="title"/>
          </p:nvPr>
        </p:nvSpPr>
        <p:spPr/>
        <p:txBody>
          <a:bodyPr/>
          <a:lstStyle/>
          <a:p>
            <a:pPr eaLnBrk="1" hangingPunct="1"/>
            <a:r>
              <a:rPr lang="en-US" b="1" dirty="0"/>
              <a:t>e-Government (e-Gov)</a:t>
            </a:r>
          </a:p>
        </p:txBody>
      </p:sp>
      <p:sp>
        <p:nvSpPr>
          <p:cNvPr id="50179" name="Rectangle 3"/>
          <p:cNvSpPr>
            <a:spLocks noGrp="1" noChangeArrowheads="1"/>
          </p:cNvSpPr>
          <p:nvPr>
            <p:ph type="body" sz="half" idx="1"/>
          </p:nvPr>
        </p:nvSpPr>
        <p:spPr/>
        <p:txBody>
          <a:bodyPr/>
          <a:lstStyle/>
          <a:p>
            <a:pPr eaLnBrk="1" hangingPunct="1"/>
            <a:r>
              <a:rPr lang="en-US" sz="1461" dirty="0" err="1"/>
              <a:t>Pemanfaatan</a:t>
            </a:r>
            <a:r>
              <a:rPr lang="en-US" sz="1461" dirty="0"/>
              <a:t> TIK </a:t>
            </a:r>
            <a:r>
              <a:rPr lang="en-US" sz="1461" dirty="0" err="1"/>
              <a:t>pada</a:t>
            </a:r>
            <a:r>
              <a:rPr lang="en-US" sz="1461" dirty="0"/>
              <a:t> </a:t>
            </a:r>
            <a:r>
              <a:rPr lang="en-US" sz="1461" dirty="0" err="1"/>
              <a:t>sektor</a:t>
            </a:r>
            <a:r>
              <a:rPr lang="en-US" sz="1461" dirty="0"/>
              <a:t> </a:t>
            </a:r>
            <a:r>
              <a:rPr lang="en-US" sz="1461" dirty="0" err="1"/>
              <a:t>pemerintahan</a:t>
            </a:r>
            <a:endParaRPr lang="en-US" sz="1461" dirty="0"/>
          </a:p>
          <a:p>
            <a:pPr eaLnBrk="1" hangingPunct="1"/>
            <a:endParaRPr lang="en-US" sz="1461" dirty="0"/>
          </a:p>
          <a:p>
            <a:pPr eaLnBrk="1" hangingPunct="1"/>
            <a:r>
              <a:rPr lang="en-US" sz="1461" dirty="0" err="1"/>
              <a:t>Bisa</a:t>
            </a:r>
            <a:r>
              <a:rPr lang="en-US" sz="1461" dirty="0"/>
              <a:t> </a:t>
            </a:r>
            <a:r>
              <a:rPr lang="en-US" sz="1461" dirty="0" err="1"/>
              <a:t>berupa</a:t>
            </a:r>
            <a:r>
              <a:rPr lang="en-US" sz="1461" dirty="0"/>
              <a:t>:</a:t>
            </a:r>
          </a:p>
          <a:p>
            <a:pPr marL="493245" lvl="1" indent="-189709"/>
            <a:r>
              <a:rPr lang="en-US" sz="1328" dirty="0"/>
              <a:t>G2C (Government to Citizen)</a:t>
            </a:r>
          </a:p>
          <a:p>
            <a:pPr marL="493245" lvl="1" indent="-189709"/>
            <a:r>
              <a:rPr lang="en-US" sz="1328" dirty="0"/>
              <a:t>G2B (Government to Business)</a:t>
            </a:r>
          </a:p>
          <a:p>
            <a:pPr marL="493245" lvl="1" indent="-189709"/>
            <a:r>
              <a:rPr lang="en-US" sz="1328" dirty="0"/>
              <a:t>G2G (Government to Government)</a:t>
            </a:r>
          </a:p>
          <a:p>
            <a:pPr marL="493245" lvl="1" indent="-189709">
              <a:buNone/>
            </a:pPr>
            <a:r>
              <a:rPr lang="en-US" sz="1328" dirty="0"/>
              <a:t> </a:t>
            </a:r>
          </a:p>
        </p:txBody>
      </p:sp>
      <p:pic>
        <p:nvPicPr>
          <p:cNvPr id="17414" name="Picture 4"/>
          <p:cNvPicPr>
            <a:picLocks noGrp="1" noChangeAspect="1" noChangeArrowheads="1"/>
          </p:cNvPicPr>
          <p:nvPr>
            <p:ph sz="half" idx="2"/>
          </p:nvPr>
        </p:nvPicPr>
        <p:blipFill>
          <a:blip r:embed="rId2"/>
          <a:srcRect/>
          <a:stretch>
            <a:fillRect/>
          </a:stretch>
        </p:blipFill>
        <p:spPr>
          <a:xfrm>
            <a:off x="2855595" y="1112943"/>
            <a:ext cx="3035300" cy="2204808"/>
          </a:xfrm>
          <a:noFill/>
        </p:spPr>
      </p:pic>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Effect transition="in" filter="box(in)">
                                      <p:cBhvr>
                                        <p:cTn id="7" dur="500"/>
                                        <p:tgtEl>
                                          <p:spTgt spid="501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0179">
                                            <p:txEl>
                                              <p:pRg st="2" end="2"/>
                                            </p:txEl>
                                          </p:spTgt>
                                        </p:tgtEl>
                                        <p:attrNameLst>
                                          <p:attrName>style.visibility</p:attrName>
                                        </p:attrNameLst>
                                      </p:cBhvr>
                                      <p:to>
                                        <p:strVal val="visible"/>
                                      </p:to>
                                    </p:set>
                                    <p:animEffect transition="in" filter="box(in)">
                                      <p:cBhvr>
                                        <p:cTn id="12" dur="500"/>
                                        <p:tgtEl>
                                          <p:spTgt spid="50179">
                                            <p:txEl>
                                              <p:pRg st="2" end="2"/>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50179">
                                            <p:txEl>
                                              <p:pRg st="3" end="3"/>
                                            </p:txEl>
                                          </p:spTgt>
                                        </p:tgtEl>
                                        <p:attrNameLst>
                                          <p:attrName>style.visibility</p:attrName>
                                        </p:attrNameLst>
                                      </p:cBhvr>
                                      <p:to>
                                        <p:strVal val="visible"/>
                                      </p:to>
                                    </p:set>
                                    <p:animEffect transition="in" filter="box(in)">
                                      <p:cBhvr>
                                        <p:cTn id="15" dur="500"/>
                                        <p:tgtEl>
                                          <p:spTgt spid="50179">
                                            <p:txEl>
                                              <p:pRg st="3" end="3"/>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50179">
                                            <p:txEl>
                                              <p:pRg st="4" end="4"/>
                                            </p:txEl>
                                          </p:spTgt>
                                        </p:tgtEl>
                                        <p:attrNameLst>
                                          <p:attrName>style.visibility</p:attrName>
                                        </p:attrNameLst>
                                      </p:cBhvr>
                                      <p:to>
                                        <p:strVal val="visible"/>
                                      </p:to>
                                    </p:set>
                                    <p:animEffect transition="in" filter="box(in)">
                                      <p:cBhvr>
                                        <p:cTn id="18" dur="500"/>
                                        <p:tgtEl>
                                          <p:spTgt spid="50179">
                                            <p:txEl>
                                              <p:pRg st="4" end="4"/>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50179">
                                            <p:txEl>
                                              <p:pRg st="5" end="5"/>
                                            </p:txEl>
                                          </p:spTgt>
                                        </p:tgtEl>
                                        <p:attrNameLst>
                                          <p:attrName>style.visibility</p:attrName>
                                        </p:attrNameLst>
                                      </p:cBhvr>
                                      <p:to>
                                        <p:strVal val="visible"/>
                                      </p:to>
                                    </p:set>
                                    <p:animEffect transition="in" filter="box(in)">
                                      <p:cBhvr>
                                        <p:cTn id="21" dur="500"/>
                                        <p:tgtEl>
                                          <p:spTgt spid="50179">
                                            <p:txEl>
                                              <p:pRg st="5" end="5"/>
                                            </p:txEl>
                                          </p:spTgt>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50179">
                                            <p:txEl>
                                              <p:pRg st="6" end="6"/>
                                            </p:txEl>
                                          </p:spTgt>
                                        </p:tgtEl>
                                        <p:attrNameLst>
                                          <p:attrName>style.visibility</p:attrName>
                                        </p:attrNameLst>
                                      </p:cBhvr>
                                      <p:to>
                                        <p:strVal val="visible"/>
                                      </p:to>
                                    </p:set>
                                    <p:animEffect transition="in" filter="box(in)">
                                      <p:cBhvr>
                                        <p:cTn id="24" dur="500"/>
                                        <p:tgtEl>
                                          <p:spTgt spid="501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pPr>
              <a:defRPr/>
            </a:pPr>
            <a:fld id="{5F80387B-E730-4FF6-AAA9-15EC740937F8}" type="slidenum">
              <a:rPr lang="en-US" altLang="en-US"/>
              <a:pPr>
                <a:defRPr/>
              </a:pPr>
              <a:t>19</a:t>
            </a:fld>
            <a:endParaRPr lang="en-US" altLang="en-US"/>
          </a:p>
        </p:txBody>
      </p:sp>
      <p:sp>
        <p:nvSpPr>
          <p:cNvPr id="3077" name="Rectangle 2"/>
          <p:cNvSpPr>
            <a:spLocks noGrp="1" noChangeArrowheads="1"/>
          </p:cNvSpPr>
          <p:nvPr>
            <p:ph type="title"/>
          </p:nvPr>
        </p:nvSpPr>
        <p:spPr>
          <a:xfrm>
            <a:off x="417791" y="242404"/>
            <a:ext cx="5241369" cy="522984"/>
          </a:xfrm>
        </p:spPr>
        <p:txBody>
          <a:bodyPr/>
          <a:lstStyle/>
          <a:p>
            <a:pPr eaLnBrk="1" hangingPunct="1"/>
            <a:r>
              <a:rPr lang="en-US" b="1" dirty="0"/>
              <a:t>Sifat </a:t>
            </a:r>
            <a:r>
              <a:rPr lang="en-US" b="1" dirty="0" err="1"/>
              <a:t>Sistem</a:t>
            </a:r>
            <a:r>
              <a:rPr lang="en-US" b="1" dirty="0"/>
              <a:t> </a:t>
            </a:r>
            <a:r>
              <a:rPr lang="en-US" b="1" dirty="0" err="1"/>
              <a:t>Informasi</a:t>
            </a:r>
            <a:endParaRPr lang="id-ID" b="1" dirty="0"/>
          </a:p>
        </p:txBody>
      </p:sp>
      <p:sp>
        <p:nvSpPr>
          <p:cNvPr id="10243" name="Rectangle 3"/>
          <p:cNvSpPr>
            <a:spLocks noGrp="1" noChangeArrowheads="1"/>
          </p:cNvSpPr>
          <p:nvPr>
            <p:ph type="body" idx="1"/>
          </p:nvPr>
        </p:nvSpPr>
        <p:spPr/>
        <p:txBody>
          <a:bodyPr/>
          <a:lstStyle/>
          <a:p>
            <a:pPr eaLnBrk="1" hangingPunct="1"/>
            <a:r>
              <a:rPr lang="en-US"/>
              <a:t>Tidak harus kompleks</a:t>
            </a:r>
          </a:p>
          <a:p>
            <a:pPr eaLnBrk="1" hangingPunct="1"/>
            <a:r>
              <a:rPr lang="en-US"/>
              <a:t>Bisa saja menggunakan sebuah komputer</a:t>
            </a:r>
          </a:p>
          <a:p>
            <a:pPr eaLnBrk="1" hangingPunct="1">
              <a:buFont typeface="Wingdings" pitchFamily="2" charset="2"/>
              <a:buNone/>
            </a:pPr>
            <a:endParaRPr lang="id-ID"/>
          </a:p>
        </p:txBody>
      </p:sp>
      <p:sp>
        <p:nvSpPr>
          <p:cNvPr id="3079" name="Rectangle 5"/>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graphicFrame>
        <p:nvGraphicFramePr>
          <p:cNvPr id="3074" name="Object 4"/>
          <p:cNvGraphicFramePr>
            <a:graphicFrameLocks noChangeAspect="1"/>
          </p:cNvGraphicFramePr>
          <p:nvPr/>
        </p:nvGraphicFramePr>
        <p:xfrm>
          <a:off x="1126658" y="1989808"/>
          <a:ext cx="3680301" cy="2151058"/>
        </p:xfrm>
        <a:graphic>
          <a:graphicData uri="http://schemas.openxmlformats.org/presentationml/2006/ole">
            <mc:AlternateContent xmlns:mc="http://schemas.openxmlformats.org/markup-compatibility/2006">
              <mc:Choice xmlns:v="urn:schemas-microsoft-com:vml" Requires="v">
                <p:oleObj name="Picture" r:id="rId2" imgW="4883272" imgH="3719256" progId="Word.Picture.8">
                  <p:embed/>
                </p:oleObj>
              </mc:Choice>
              <mc:Fallback>
                <p:oleObj name="Picture" r:id="rId2" imgW="4883272" imgH="3719256" progId="Word.Picture.8">
                  <p:embed/>
                  <p:pic>
                    <p:nvPicPr>
                      <p:cNvPr id="3074" name="Object 4"/>
                      <p:cNvPicPr>
                        <a:picLocks noChangeAspect="1" noChangeArrowheads="1"/>
                      </p:cNvPicPr>
                      <p:nvPr/>
                    </p:nvPicPr>
                    <p:blipFill>
                      <a:blip r:embed="rId3">
                        <a:extLst>
                          <a:ext uri="{28A0092B-C50C-407E-A947-70E740481C1C}">
                            <a14:useLocalDpi xmlns:a14="http://schemas.microsoft.com/office/drawing/2010/main" val="0"/>
                          </a:ext>
                        </a:extLst>
                      </a:blip>
                      <a:srcRect t="6227" b="16855"/>
                      <a:stretch>
                        <a:fillRect/>
                      </a:stretch>
                    </p:blipFill>
                    <p:spPr bwMode="auto">
                      <a:xfrm>
                        <a:off x="1126658" y="1989808"/>
                        <a:ext cx="3680301" cy="21510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61B64CDE-19B4-4CC5-8BFC-85AA24EDDB65}" type="slidenum">
              <a:rPr lang="en-US" altLang="en-US"/>
              <a:pPr>
                <a:defRPr/>
              </a:pPr>
              <a:t>20</a:t>
            </a:fld>
            <a:endParaRPr lang="en-US" altLang="en-US"/>
          </a:p>
        </p:txBody>
      </p:sp>
      <p:sp>
        <p:nvSpPr>
          <p:cNvPr id="18436" name="Rectangle 2"/>
          <p:cNvSpPr>
            <a:spLocks noGrp="1" noChangeArrowheads="1"/>
          </p:cNvSpPr>
          <p:nvPr>
            <p:ph type="title"/>
          </p:nvPr>
        </p:nvSpPr>
        <p:spPr/>
        <p:txBody>
          <a:bodyPr/>
          <a:lstStyle/>
          <a:p>
            <a:pPr eaLnBrk="1" hangingPunct="1"/>
            <a:r>
              <a:rPr lang="en-US" sz="3054" b="1" dirty="0" err="1"/>
              <a:t>Kemampuan</a:t>
            </a:r>
            <a:r>
              <a:rPr lang="en-US" sz="3054" b="1" dirty="0"/>
              <a:t> SI</a:t>
            </a:r>
            <a:br>
              <a:rPr lang="en-US" sz="3054" b="1" dirty="0"/>
            </a:br>
            <a:r>
              <a:rPr lang="en-US" sz="1394" b="1" dirty="0"/>
              <a:t>(Turban, McLean, dan </a:t>
            </a:r>
            <a:r>
              <a:rPr lang="en-US" sz="1394" b="1" dirty="0" err="1"/>
              <a:t>Wetherbe</a:t>
            </a:r>
            <a:r>
              <a:rPr lang="en-US" sz="1394" b="1" dirty="0"/>
              <a:t>, 1999)</a:t>
            </a:r>
            <a:endParaRPr lang="id-ID" sz="1394" b="1" dirty="0"/>
          </a:p>
        </p:txBody>
      </p:sp>
      <p:sp>
        <p:nvSpPr>
          <p:cNvPr id="11280" name="Rectangle 16"/>
          <p:cNvSpPr>
            <a:spLocks noGrp="1" noChangeArrowheads="1"/>
          </p:cNvSpPr>
          <p:nvPr>
            <p:ph type="body" idx="1"/>
          </p:nvPr>
        </p:nvSpPr>
        <p:spPr/>
        <p:txBody>
          <a:bodyPr/>
          <a:lstStyle/>
          <a:p>
            <a:pPr eaLnBrk="1" hangingPunct="1"/>
            <a:r>
              <a:rPr lang="en-US" sz="1726"/>
              <a:t>Melaksanakan komputasi numerik, bervolume besar, dengan kecepatan tinggi</a:t>
            </a:r>
          </a:p>
          <a:p>
            <a:pPr eaLnBrk="1" hangingPunct="1"/>
            <a:r>
              <a:rPr lang="en-US" sz="1726"/>
              <a:t>Menyediakan komunikasi dalam organisasi atau antarorgansiasi yang murah, akurat, dan cepat</a:t>
            </a:r>
          </a:p>
          <a:p>
            <a:pPr eaLnBrk="1" hangingPunct="1"/>
            <a:r>
              <a:rPr lang="en-US" sz="1726"/>
              <a:t>Menyimpan informasi dalam jumlah yang sangat besar dalam ruang yang kecil tetapi mudah diakses</a:t>
            </a:r>
          </a:p>
          <a:p>
            <a:pPr eaLnBrk="1" hangingPunct="1"/>
            <a:r>
              <a:rPr lang="en-US" sz="1726"/>
              <a:t>Memungkinkan pengaksesan informasi yang sangat banyak di seluruh dunia dengan cepat dan murah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8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C5F02-772A-4CB6-833F-C4B859982274}" type="slidenum">
              <a:rPr lang="en-US" altLang="en-US"/>
              <a:pPr>
                <a:defRPr/>
              </a:pPr>
              <a:t>21</a:t>
            </a:fld>
            <a:endParaRPr lang="en-US" altLang="en-US"/>
          </a:p>
        </p:txBody>
      </p:sp>
      <p:sp>
        <p:nvSpPr>
          <p:cNvPr id="19460" name="Rectangle 2"/>
          <p:cNvSpPr>
            <a:spLocks noGrp="1" noChangeArrowheads="1"/>
          </p:cNvSpPr>
          <p:nvPr>
            <p:ph type="title"/>
          </p:nvPr>
        </p:nvSpPr>
        <p:spPr/>
        <p:txBody>
          <a:bodyPr/>
          <a:lstStyle/>
          <a:p>
            <a:pPr eaLnBrk="1" hangingPunct="1"/>
            <a:r>
              <a:rPr lang="en-US" sz="3054" b="1" dirty="0" err="1"/>
              <a:t>Kemampuan</a:t>
            </a:r>
            <a:r>
              <a:rPr lang="en-US" sz="3054" b="1" dirty="0"/>
              <a:t> SI</a:t>
            </a:r>
            <a:br>
              <a:rPr lang="en-US" sz="3054" b="1" dirty="0"/>
            </a:br>
            <a:r>
              <a:rPr lang="en-US" sz="1394" b="1" dirty="0"/>
              <a:t>(Turban, McLean, dan </a:t>
            </a:r>
            <a:r>
              <a:rPr lang="en-US" sz="1394" b="1" dirty="0" err="1"/>
              <a:t>Wetherbe</a:t>
            </a:r>
            <a:r>
              <a:rPr lang="en-US" sz="1394" b="1" dirty="0"/>
              <a:t>, 1999)</a:t>
            </a:r>
            <a:r>
              <a:rPr lang="id-ID" sz="1394" b="1" dirty="0"/>
              <a:t> ...</a:t>
            </a:r>
          </a:p>
        </p:txBody>
      </p:sp>
      <p:sp>
        <p:nvSpPr>
          <p:cNvPr id="13315" name="Rectangle 3"/>
          <p:cNvSpPr>
            <a:spLocks noGrp="1" noChangeArrowheads="1"/>
          </p:cNvSpPr>
          <p:nvPr>
            <p:ph type="body" idx="1"/>
          </p:nvPr>
        </p:nvSpPr>
        <p:spPr/>
        <p:txBody>
          <a:bodyPr/>
          <a:lstStyle/>
          <a:p>
            <a:pPr eaLnBrk="1" hangingPunct="1">
              <a:lnSpc>
                <a:spcPct val="80000"/>
              </a:lnSpc>
            </a:pPr>
            <a:r>
              <a:rPr lang="en-US" sz="1394"/>
              <a:t>Meningkatkan efektivitas dan efisiensi orang-orang yang bekerja dalam kelompok dalam suatu tempat atau pada beberapa lokasi</a:t>
            </a:r>
            <a:endParaRPr lang="id-ID" sz="1394"/>
          </a:p>
          <a:p>
            <a:pPr eaLnBrk="1" hangingPunct="1">
              <a:lnSpc>
                <a:spcPct val="80000"/>
              </a:lnSpc>
            </a:pPr>
            <a:r>
              <a:rPr lang="en-US" sz="1394"/>
              <a:t>Menyajikan informasi dengan jelas yang menggugah pikiran manusia</a:t>
            </a:r>
          </a:p>
          <a:p>
            <a:pPr eaLnBrk="1" hangingPunct="1">
              <a:lnSpc>
                <a:spcPct val="80000"/>
              </a:lnSpc>
            </a:pPr>
            <a:r>
              <a:rPr lang="en-US" sz="1394"/>
              <a:t>Mengotomasikan proses-proses bisnis yang semiotomatis dan tugas-tugas yang dikerjakan secara manual</a:t>
            </a:r>
          </a:p>
          <a:p>
            <a:pPr eaLnBrk="1" hangingPunct="1">
              <a:lnSpc>
                <a:spcPct val="80000"/>
              </a:lnSpc>
            </a:pPr>
            <a:r>
              <a:rPr lang="en-US" sz="1394"/>
              <a:t>Mempercepat pengetikan dan penyuntingan</a:t>
            </a:r>
          </a:p>
          <a:p>
            <a:pPr eaLnBrk="1" hangingPunct="1">
              <a:lnSpc>
                <a:spcPct val="80000"/>
              </a:lnSpc>
            </a:pPr>
            <a:r>
              <a:rPr lang="en-US" sz="1394"/>
              <a:t>Melaksanakan hal-hal di atas jauh lebih murah daripada kalau dikerjakan secara manual</a:t>
            </a:r>
            <a:endParaRPr lang="id-ID" sz="1394"/>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0A531336-CEF7-42D8-BD5F-7F345ABD13D3}" type="slidenum">
              <a:rPr lang="en-US" altLang="en-US"/>
              <a:pPr>
                <a:defRPr/>
              </a:pPr>
              <a:t>22</a:t>
            </a:fld>
            <a:endParaRPr lang="en-US" altLang="en-US"/>
          </a:p>
        </p:txBody>
      </p:sp>
      <p:sp>
        <p:nvSpPr>
          <p:cNvPr id="4101" name="Rectangle 2"/>
          <p:cNvSpPr>
            <a:spLocks noGrp="1" noChangeArrowheads="1"/>
          </p:cNvSpPr>
          <p:nvPr>
            <p:ph type="title"/>
          </p:nvPr>
        </p:nvSpPr>
        <p:spPr/>
        <p:txBody>
          <a:bodyPr/>
          <a:lstStyle/>
          <a:p>
            <a:pPr algn="ctr" eaLnBrk="1" hangingPunct="1"/>
            <a:r>
              <a:rPr lang="en-US" b="1" dirty="0"/>
              <a:t>Model SI</a:t>
            </a:r>
            <a:endParaRPr lang="id-ID" b="1" dirty="0"/>
          </a:p>
        </p:txBody>
      </p:sp>
      <p:sp>
        <p:nvSpPr>
          <p:cNvPr id="4102" name="Rectangle 5"/>
          <p:cNvSpPr>
            <a:spLocks noChangeArrowheads="1"/>
          </p:cNvSpPr>
          <p:nvPr/>
        </p:nvSpPr>
        <p:spPr bwMode="auto">
          <a:xfrm>
            <a:off x="3175" y="1177183"/>
            <a:ext cx="184731" cy="276229"/>
          </a:xfrm>
          <a:prstGeom prst="rect">
            <a:avLst/>
          </a:prstGeom>
          <a:noFill/>
          <a:ln w="9525">
            <a:noFill/>
            <a:miter lim="800000"/>
            <a:headEnd/>
            <a:tailEnd/>
          </a:ln>
        </p:spPr>
        <p:txBody>
          <a:bodyPr wrap="none" anchor="ctr">
            <a:spAutoFit/>
          </a:bodyPr>
          <a:lstStyle/>
          <a:p>
            <a:endParaRPr lang="en-US" sz="1195"/>
          </a:p>
        </p:txBody>
      </p:sp>
      <p:graphicFrame>
        <p:nvGraphicFramePr>
          <p:cNvPr id="4098" name="Object 4"/>
          <p:cNvGraphicFramePr>
            <a:graphicFrameLocks noChangeAspect="1"/>
          </p:cNvGraphicFramePr>
          <p:nvPr/>
        </p:nvGraphicFramePr>
        <p:xfrm>
          <a:off x="744084" y="985419"/>
          <a:ext cx="4388538" cy="3052163"/>
        </p:xfrm>
        <a:graphic>
          <a:graphicData uri="http://schemas.openxmlformats.org/presentationml/2006/ole">
            <mc:AlternateContent xmlns:mc="http://schemas.openxmlformats.org/markup-compatibility/2006">
              <mc:Choice xmlns:v="urn:schemas-microsoft-com:vml" Requires="v">
                <p:oleObj name="Picture" r:id="rId2" imgW="5604091" imgH="4887382" progId="Word.Picture.8">
                  <p:embed/>
                </p:oleObj>
              </mc:Choice>
              <mc:Fallback>
                <p:oleObj name="Picture" r:id="rId2" imgW="5604091" imgH="4887382" progId="Word.Picture.8">
                  <p:embed/>
                  <p:pic>
                    <p:nvPicPr>
                      <p:cNvPr id="4098" name="Object 4"/>
                      <p:cNvPicPr>
                        <a:picLocks noChangeAspect="1" noChangeArrowheads="1"/>
                      </p:cNvPicPr>
                      <p:nvPr/>
                    </p:nvPicPr>
                    <p:blipFill>
                      <a:blip r:embed="rId3">
                        <a:extLst>
                          <a:ext uri="{28A0092B-C50C-407E-A947-70E740481C1C}">
                            <a14:useLocalDpi xmlns:a14="http://schemas.microsoft.com/office/drawing/2010/main" val="0"/>
                          </a:ext>
                        </a:extLst>
                      </a:blip>
                      <a:srcRect r="3163" b="22604"/>
                      <a:stretch>
                        <a:fillRect/>
                      </a:stretch>
                    </p:blipFill>
                    <p:spPr bwMode="auto">
                      <a:xfrm>
                        <a:off x="744084" y="985419"/>
                        <a:ext cx="4388538" cy="3052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dir="in"/>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7E9AB50F-C023-41F6-9988-79E15568E06D}" type="slidenum">
              <a:rPr lang="en-US" altLang="en-US"/>
              <a:pPr>
                <a:defRPr/>
              </a:pPr>
              <a:t>23</a:t>
            </a:fld>
            <a:endParaRPr lang="en-US" altLang="en-US"/>
          </a:p>
        </p:txBody>
      </p:sp>
      <p:sp>
        <p:nvSpPr>
          <p:cNvPr id="5125" name="Rectangle 2"/>
          <p:cNvSpPr>
            <a:spLocks noGrp="1" noChangeArrowheads="1"/>
          </p:cNvSpPr>
          <p:nvPr>
            <p:ph type="title"/>
          </p:nvPr>
        </p:nvSpPr>
        <p:spPr/>
        <p:txBody>
          <a:bodyPr/>
          <a:lstStyle/>
          <a:p>
            <a:pPr eaLnBrk="1" hangingPunct="1"/>
            <a:r>
              <a:rPr lang="en-US" b="1" dirty="0" err="1"/>
              <a:t>Lingkungan</a:t>
            </a:r>
            <a:r>
              <a:rPr lang="en-US" b="1" dirty="0"/>
              <a:t> </a:t>
            </a:r>
            <a:r>
              <a:rPr lang="en-US" b="1" dirty="0" err="1"/>
              <a:t>Sosioteknologi</a:t>
            </a:r>
            <a:br>
              <a:rPr lang="en-US" b="1" dirty="0"/>
            </a:br>
            <a:r>
              <a:rPr lang="en-US" sz="1394" b="1" dirty="0"/>
              <a:t>(O’Brien, 1996)</a:t>
            </a:r>
            <a:endParaRPr lang="id-ID" sz="1394" b="1" dirty="0"/>
          </a:p>
        </p:txBody>
      </p:sp>
      <p:sp>
        <p:nvSpPr>
          <p:cNvPr id="5126" name="Rectangle 5"/>
          <p:cNvSpPr>
            <a:spLocks noChangeArrowheads="1"/>
          </p:cNvSpPr>
          <p:nvPr/>
        </p:nvSpPr>
        <p:spPr bwMode="auto">
          <a:xfrm>
            <a:off x="3175" y="1272036"/>
            <a:ext cx="184731" cy="276229"/>
          </a:xfrm>
          <a:prstGeom prst="rect">
            <a:avLst/>
          </a:prstGeom>
          <a:noFill/>
          <a:ln w="9525">
            <a:noFill/>
            <a:miter lim="800000"/>
            <a:headEnd/>
            <a:tailEnd/>
          </a:ln>
        </p:spPr>
        <p:txBody>
          <a:bodyPr wrap="none" anchor="ctr">
            <a:spAutoFit/>
          </a:bodyPr>
          <a:lstStyle/>
          <a:p>
            <a:endParaRPr lang="en-US" sz="1195"/>
          </a:p>
        </p:txBody>
      </p:sp>
      <p:graphicFrame>
        <p:nvGraphicFramePr>
          <p:cNvPr id="5122" name="Object 4"/>
          <p:cNvGraphicFramePr>
            <a:graphicFrameLocks noChangeAspect="1"/>
          </p:cNvGraphicFramePr>
          <p:nvPr/>
        </p:nvGraphicFramePr>
        <p:xfrm>
          <a:off x="839991" y="1036008"/>
          <a:ext cx="4395916" cy="2914098"/>
        </p:xfrm>
        <a:graphic>
          <a:graphicData uri="http://schemas.openxmlformats.org/presentationml/2006/ole">
            <mc:AlternateContent xmlns:mc="http://schemas.openxmlformats.org/markup-compatibility/2006">
              <mc:Choice xmlns:v="urn:schemas-microsoft-com:vml" Requires="v">
                <p:oleObj name="Picture" r:id="rId2" imgW="5600880" imgH="3714120" progId="Word.Picture.8">
                  <p:embed/>
                </p:oleObj>
              </mc:Choice>
              <mc:Fallback>
                <p:oleObj name="Picture" r:id="rId2" imgW="5600880" imgH="3714120" progId="Word.Picture.8">
                  <p:embed/>
                  <p:pic>
                    <p:nvPicPr>
                      <p:cNvPr id="512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991" y="1036008"/>
                        <a:ext cx="4395916" cy="29140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pPr>
              <a:defRPr/>
            </a:pPr>
            <a:fld id="{794D132B-946C-454E-AF33-8F6838D413A2}" type="slidenum">
              <a:rPr lang="en-US" altLang="en-US"/>
              <a:pPr>
                <a:defRPr/>
              </a:pPr>
              <a:t>24</a:t>
            </a:fld>
            <a:endParaRPr lang="en-US" altLang="en-US"/>
          </a:p>
        </p:txBody>
      </p:sp>
      <p:sp>
        <p:nvSpPr>
          <p:cNvPr id="20484" name="Rectangle 2"/>
          <p:cNvSpPr>
            <a:spLocks noGrp="1" noChangeArrowheads="1"/>
          </p:cNvSpPr>
          <p:nvPr>
            <p:ph type="title"/>
          </p:nvPr>
        </p:nvSpPr>
        <p:spPr/>
        <p:txBody>
          <a:bodyPr/>
          <a:lstStyle/>
          <a:p>
            <a:pPr eaLnBrk="1" hangingPunct="1"/>
            <a:r>
              <a:rPr lang="en-US" b="1" dirty="0" err="1"/>
              <a:t>Peranan</a:t>
            </a:r>
            <a:r>
              <a:rPr lang="en-US" b="1" dirty="0"/>
              <a:t> </a:t>
            </a:r>
            <a:r>
              <a:rPr lang="en-US" b="1" dirty="0" err="1"/>
              <a:t>Sistem</a:t>
            </a:r>
            <a:r>
              <a:rPr lang="en-US" b="1" dirty="0"/>
              <a:t> </a:t>
            </a:r>
            <a:r>
              <a:rPr lang="en-US" b="1" dirty="0" err="1"/>
              <a:t>Informasi</a:t>
            </a:r>
            <a:br>
              <a:rPr lang="en-US" b="1" dirty="0"/>
            </a:br>
            <a:r>
              <a:rPr lang="en-US" sz="1394" b="1" dirty="0"/>
              <a:t> (Alter, 1992)</a:t>
            </a:r>
            <a:endParaRPr lang="id-ID" sz="1394" b="1" dirty="0"/>
          </a:p>
        </p:txBody>
      </p:sp>
      <p:sp>
        <p:nvSpPr>
          <p:cNvPr id="16387" name="Rectangle 3"/>
          <p:cNvSpPr>
            <a:spLocks noGrp="1" noChangeArrowheads="1"/>
          </p:cNvSpPr>
          <p:nvPr>
            <p:ph type="body" idx="1"/>
          </p:nvPr>
        </p:nvSpPr>
        <p:spPr/>
        <p:txBody>
          <a:bodyPr/>
          <a:lstStyle/>
          <a:p>
            <a:pPr eaLnBrk="1" hangingPunct="1"/>
            <a:r>
              <a:rPr lang="en-US" dirty="0" err="1"/>
              <a:t>Berpartisipasi</a:t>
            </a:r>
            <a:r>
              <a:rPr lang="en-US" dirty="0"/>
              <a:t> </a:t>
            </a:r>
            <a:r>
              <a:rPr lang="en-US" dirty="0" err="1"/>
              <a:t>dalam</a:t>
            </a:r>
            <a:r>
              <a:rPr lang="en-US" dirty="0"/>
              <a:t> </a:t>
            </a:r>
            <a:r>
              <a:rPr lang="en-US" dirty="0" err="1"/>
              <a:t>pelaksanaan</a:t>
            </a:r>
            <a:r>
              <a:rPr lang="en-US" dirty="0"/>
              <a:t> </a:t>
            </a:r>
            <a:r>
              <a:rPr lang="en-US" dirty="0" err="1"/>
              <a:t>tugas-tugas</a:t>
            </a:r>
            <a:r>
              <a:rPr lang="en-US" dirty="0"/>
              <a:t>                 </a:t>
            </a:r>
            <a:r>
              <a:rPr lang="en-US" dirty="0" err="1"/>
              <a:t>Otomasi</a:t>
            </a:r>
            <a:endParaRPr lang="en-US" dirty="0"/>
          </a:p>
          <a:p>
            <a:pPr eaLnBrk="1" hangingPunct="1"/>
            <a:r>
              <a:rPr lang="en-US" dirty="0" err="1"/>
              <a:t>Mengaitkan</a:t>
            </a:r>
            <a:r>
              <a:rPr lang="en-US" dirty="0"/>
              <a:t> </a:t>
            </a:r>
            <a:r>
              <a:rPr lang="en-US" dirty="0" err="1"/>
              <a:t>perencanaan</a:t>
            </a:r>
            <a:r>
              <a:rPr lang="en-US" dirty="0"/>
              <a:t>, </a:t>
            </a:r>
            <a:r>
              <a:rPr lang="en-US" dirty="0" err="1"/>
              <a:t>pengerjaan</a:t>
            </a:r>
            <a:r>
              <a:rPr lang="en-US" dirty="0"/>
              <a:t>, dan </a:t>
            </a:r>
            <a:r>
              <a:rPr lang="en-US" dirty="0" err="1"/>
              <a:t>pengendali</a:t>
            </a:r>
            <a:r>
              <a:rPr lang="en-US" dirty="0"/>
              <a:t> </a:t>
            </a:r>
            <a:r>
              <a:rPr lang="en-US" dirty="0" err="1"/>
              <a:t>dalam</a:t>
            </a:r>
            <a:r>
              <a:rPr lang="en-US" dirty="0"/>
              <a:t> </a:t>
            </a:r>
            <a:r>
              <a:rPr lang="en-US" dirty="0" err="1"/>
              <a:t>sebuah</a:t>
            </a:r>
            <a:r>
              <a:rPr lang="en-US" dirty="0"/>
              <a:t> </a:t>
            </a:r>
            <a:r>
              <a:rPr lang="en-US" dirty="0" err="1"/>
              <a:t>subsistem</a:t>
            </a:r>
            <a:endParaRPr lang="en-US" dirty="0"/>
          </a:p>
          <a:p>
            <a:pPr eaLnBrk="1" hangingPunct="1"/>
            <a:r>
              <a:rPr lang="en-US" dirty="0" err="1"/>
              <a:t>Mengkoordinasikan</a:t>
            </a:r>
            <a:r>
              <a:rPr lang="en-US" dirty="0"/>
              <a:t> </a:t>
            </a:r>
            <a:r>
              <a:rPr lang="en-US" dirty="0" err="1"/>
              <a:t>subsistem-subsistem</a:t>
            </a:r>
            <a:r>
              <a:rPr lang="en-US" dirty="0"/>
              <a:t> </a:t>
            </a:r>
          </a:p>
          <a:p>
            <a:pPr eaLnBrk="1" hangingPunct="1"/>
            <a:r>
              <a:rPr lang="en-US" dirty="0" err="1"/>
              <a:t>Mengintegrasikan</a:t>
            </a:r>
            <a:r>
              <a:rPr lang="en-US" dirty="0"/>
              <a:t> </a:t>
            </a:r>
            <a:r>
              <a:rPr lang="en-US" dirty="0" err="1"/>
              <a:t>subsistem-subsistem</a:t>
            </a:r>
            <a:r>
              <a:rPr lang="en-US" dirty="0"/>
              <a:t>.</a:t>
            </a:r>
            <a:endParaRPr lang="id-ID" dirty="0"/>
          </a:p>
        </p:txBody>
      </p:sp>
      <p:sp>
        <p:nvSpPr>
          <p:cNvPr id="20486" name="Line 4"/>
          <p:cNvSpPr>
            <a:spLocks noChangeShapeType="1"/>
          </p:cNvSpPr>
          <p:nvPr/>
        </p:nvSpPr>
        <p:spPr bwMode="auto">
          <a:xfrm>
            <a:off x="3972551" y="1363380"/>
            <a:ext cx="531716" cy="0"/>
          </a:xfrm>
          <a:prstGeom prst="line">
            <a:avLst/>
          </a:prstGeom>
          <a:noFill/>
          <a:ln w="76200">
            <a:solidFill>
              <a:schemeClr val="tx1"/>
            </a:solidFill>
            <a:round/>
            <a:headEnd/>
            <a:tailEnd type="triangle" w="med" len="med"/>
          </a:ln>
        </p:spPr>
        <p:txBody>
          <a:bodyPr/>
          <a:lstStyle/>
          <a:p>
            <a:endParaRPr lang="en-US" sz="1195"/>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p:txBody>
          <a:bodyPr/>
          <a:lstStyle/>
          <a:p>
            <a:pPr>
              <a:defRPr/>
            </a:pPr>
            <a:fld id="{706B56AE-B4A2-4048-A9A4-384103193CC3}" type="slidenum">
              <a:rPr lang="en-US" altLang="en-US"/>
              <a:pPr>
                <a:defRPr/>
              </a:pPr>
              <a:t>25</a:t>
            </a:fld>
            <a:endParaRPr lang="en-US" altLang="en-US"/>
          </a:p>
        </p:txBody>
      </p:sp>
      <p:sp>
        <p:nvSpPr>
          <p:cNvPr id="6149" name="Rectangle 2"/>
          <p:cNvSpPr>
            <a:spLocks noGrp="1" noChangeArrowheads="1"/>
          </p:cNvSpPr>
          <p:nvPr>
            <p:ph type="title"/>
          </p:nvPr>
        </p:nvSpPr>
        <p:spPr/>
        <p:txBody>
          <a:bodyPr/>
          <a:lstStyle/>
          <a:p>
            <a:pPr eaLnBrk="1" hangingPunct="1"/>
            <a:r>
              <a:rPr lang="en-US" sz="2523" b="1" dirty="0" err="1"/>
              <a:t>Hubungan</a:t>
            </a:r>
            <a:r>
              <a:rPr lang="en-US" sz="2523" b="1" dirty="0"/>
              <a:t> </a:t>
            </a:r>
            <a:r>
              <a:rPr lang="en-US" sz="2523" b="1" dirty="0" err="1"/>
              <a:t>Perencanaan</a:t>
            </a:r>
            <a:r>
              <a:rPr lang="en-US" sz="2523" b="1" dirty="0"/>
              <a:t>, </a:t>
            </a:r>
            <a:r>
              <a:rPr lang="en-US" sz="2523" b="1" dirty="0" err="1"/>
              <a:t>Pengerjaan</a:t>
            </a:r>
            <a:r>
              <a:rPr lang="en-US" sz="2523" b="1" dirty="0"/>
              <a:t>, dan </a:t>
            </a:r>
            <a:r>
              <a:rPr lang="en-US" sz="2523" b="1" dirty="0" err="1"/>
              <a:t>Pengendalian</a:t>
            </a:r>
            <a:endParaRPr lang="id-ID" sz="2523" b="1" dirty="0"/>
          </a:p>
        </p:txBody>
      </p:sp>
      <p:sp>
        <p:nvSpPr>
          <p:cNvPr id="6151" name="Rectangle 5"/>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graphicFrame>
        <p:nvGraphicFramePr>
          <p:cNvPr id="6146" name="Object 4"/>
          <p:cNvGraphicFramePr>
            <a:graphicFrameLocks noChangeAspect="1"/>
          </p:cNvGraphicFramePr>
          <p:nvPr/>
        </p:nvGraphicFramePr>
        <p:xfrm>
          <a:off x="408936" y="1272087"/>
          <a:ext cx="5468809" cy="2674858"/>
        </p:xfrm>
        <a:graphic>
          <a:graphicData uri="http://schemas.openxmlformats.org/presentationml/2006/ole">
            <mc:AlternateContent xmlns:mc="http://schemas.openxmlformats.org/markup-compatibility/2006">
              <mc:Choice xmlns:v="urn:schemas-microsoft-com:vml" Requires="v">
                <p:oleObj name="Picture" r:id="rId2" imgW="5600880" imgH="3714120" progId="Word.Picture.8">
                  <p:embed/>
                </p:oleObj>
              </mc:Choice>
              <mc:Fallback>
                <p:oleObj name="Picture" r:id="rId2" imgW="5600880" imgH="3714120" progId="Word.Picture.8">
                  <p:embed/>
                  <p:pic>
                    <p:nvPicPr>
                      <p:cNvPr id="6146" name="Object 4"/>
                      <p:cNvPicPr>
                        <a:picLocks noChangeAspect="1" noChangeArrowheads="1"/>
                      </p:cNvPicPr>
                      <p:nvPr/>
                    </p:nvPicPr>
                    <p:blipFill>
                      <a:blip r:embed="rId3">
                        <a:extLst>
                          <a:ext uri="{28A0092B-C50C-407E-A947-70E740481C1C}">
                            <a14:useLocalDpi xmlns:a14="http://schemas.microsoft.com/office/drawing/2010/main" val="0"/>
                          </a:ext>
                        </a:extLst>
                      </a:blip>
                      <a:srcRect b="26085"/>
                      <a:stretch>
                        <a:fillRect/>
                      </a:stretch>
                    </p:blipFill>
                    <p:spPr bwMode="auto">
                      <a:xfrm>
                        <a:off x="408936" y="1272087"/>
                        <a:ext cx="5468809" cy="26748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1E3AE-0630-ED63-6A6A-452BE3302A9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A04D4654-5873-A68E-4570-3A47448786D3}"/>
              </a:ext>
            </a:extLst>
          </p:cNvPr>
          <p:cNvSpPr>
            <a:spLocks noGrp="1"/>
          </p:cNvSpPr>
          <p:nvPr>
            <p:ph type="sldNum" sz="quarter" idx="12"/>
          </p:nvPr>
        </p:nvSpPr>
        <p:spPr/>
        <p:txBody>
          <a:bodyPr/>
          <a:lstStyle/>
          <a:p>
            <a:pPr>
              <a:defRPr/>
            </a:pPr>
            <a:fld id="{706B56AE-B4A2-4048-A9A4-384103193CC3}" type="slidenum">
              <a:rPr lang="en-US" altLang="en-US"/>
              <a:pPr>
                <a:defRPr/>
              </a:pPr>
              <a:t>26</a:t>
            </a:fld>
            <a:endParaRPr lang="en-US" altLang="en-US"/>
          </a:p>
        </p:txBody>
      </p:sp>
      <p:sp>
        <p:nvSpPr>
          <p:cNvPr id="6149" name="Rectangle 2">
            <a:extLst>
              <a:ext uri="{FF2B5EF4-FFF2-40B4-BE49-F238E27FC236}">
                <a16:creationId xmlns:a16="http://schemas.microsoft.com/office/drawing/2014/main" id="{E8B06BF7-C898-90E6-7C01-68EE52D0FE27}"/>
              </a:ext>
            </a:extLst>
          </p:cNvPr>
          <p:cNvSpPr>
            <a:spLocks noGrp="1" noChangeArrowheads="1"/>
          </p:cNvSpPr>
          <p:nvPr>
            <p:ph type="title"/>
          </p:nvPr>
        </p:nvSpPr>
        <p:spPr>
          <a:xfrm>
            <a:off x="187906" y="90637"/>
            <a:ext cx="5241369" cy="477753"/>
          </a:xfrm>
        </p:spPr>
        <p:txBody>
          <a:bodyPr>
            <a:normAutofit fontScale="90000"/>
          </a:bodyPr>
          <a:lstStyle/>
          <a:p>
            <a:pPr eaLnBrk="1" hangingPunct="1"/>
            <a:r>
              <a:rPr lang="id-ID" sz="2523" b="1" dirty="0"/>
              <a:t>Peran Sistem Informasi dalam Organisasi</a:t>
            </a:r>
          </a:p>
        </p:txBody>
      </p:sp>
      <p:sp>
        <p:nvSpPr>
          <p:cNvPr id="6151" name="Rectangle 5">
            <a:extLst>
              <a:ext uri="{FF2B5EF4-FFF2-40B4-BE49-F238E27FC236}">
                <a16:creationId xmlns:a16="http://schemas.microsoft.com/office/drawing/2014/main" id="{80893016-1C73-E015-07E8-EECA951845D2}"/>
              </a:ext>
            </a:extLst>
          </p:cNvPr>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sp>
        <p:nvSpPr>
          <p:cNvPr id="2" name="Rectangle 3">
            <a:extLst>
              <a:ext uri="{FF2B5EF4-FFF2-40B4-BE49-F238E27FC236}">
                <a16:creationId xmlns:a16="http://schemas.microsoft.com/office/drawing/2014/main" id="{642457E7-E4D7-D9C0-FB23-986F2CCA1B4E}"/>
              </a:ext>
            </a:extLst>
          </p:cNvPr>
          <p:cNvSpPr txBox="1">
            <a:spLocks noChangeArrowheads="1"/>
          </p:cNvSpPr>
          <p:nvPr/>
        </p:nvSpPr>
        <p:spPr>
          <a:xfrm>
            <a:off x="248458" y="595069"/>
            <a:ext cx="5241369" cy="3773731"/>
          </a:xfrm>
          <a:prstGeom prst="rect">
            <a:avLst/>
          </a:prstGeom>
        </p:spPr>
        <p:txBody>
          <a:bodyPr vert="horz" lIns="91440" tIns="45720" rIns="91440" bIns="45720" rtlCol="0">
            <a:normAutofit fontScale="92500"/>
          </a:bodyPr>
          <a:lstStyle>
            <a:lvl1pPr marL="113934" indent="-113934" algn="l" defTabSz="455737" rtl="0" eaLnBrk="1" latinLnBrk="0" hangingPunct="1">
              <a:lnSpc>
                <a:spcPct val="90000"/>
              </a:lnSpc>
              <a:spcBef>
                <a:spcPts val="498"/>
              </a:spcBef>
              <a:buFont typeface="Arial" panose="020B0604020202020204" pitchFamily="34" charset="0"/>
              <a:buChar char="•"/>
              <a:defRPr sz="1396" kern="1200">
                <a:solidFill>
                  <a:schemeClr val="tx1"/>
                </a:solidFill>
                <a:latin typeface="+mn-lt"/>
                <a:ea typeface="+mn-ea"/>
                <a:cs typeface="+mn-cs"/>
              </a:defRPr>
            </a:lvl1pPr>
            <a:lvl2pPr marL="341803" indent="-113934" algn="l" defTabSz="455737" rtl="0" eaLnBrk="1" latinLnBrk="0" hangingPunct="1">
              <a:lnSpc>
                <a:spcPct val="90000"/>
              </a:lnSpc>
              <a:spcBef>
                <a:spcPts val="249"/>
              </a:spcBef>
              <a:buFont typeface="Arial" panose="020B0604020202020204" pitchFamily="34" charset="0"/>
              <a:buChar char="•"/>
              <a:defRPr sz="1196" kern="1200">
                <a:solidFill>
                  <a:schemeClr val="tx1"/>
                </a:solidFill>
                <a:latin typeface="+mn-lt"/>
                <a:ea typeface="+mn-ea"/>
                <a:cs typeface="+mn-cs"/>
              </a:defRPr>
            </a:lvl2pPr>
            <a:lvl3pPr marL="569671" indent="-113934" algn="l" defTabSz="455737" rtl="0" eaLnBrk="1" latinLnBrk="0" hangingPunct="1">
              <a:lnSpc>
                <a:spcPct val="90000"/>
              </a:lnSpc>
              <a:spcBef>
                <a:spcPts val="249"/>
              </a:spcBef>
              <a:buFont typeface="Arial" panose="020B0604020202020204" pitchFamily="34" charset="0"/>
              <a:buChar char="•"/>
              <a:defRPr sz="997" kern="1200">
                <a:solidFill>
                  <a:schemeClr val="tx1"/>
                </a:solidFill>
                <a:latin typeface="+mn-lt"/>
                <a:ea typeface="+mn-ea"/>
                <a:cs typeface="+mn-cs"/>
              </a:defRPr>
            </a:lvl3pPr>
            <a:lvl4pPr marL="797540"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4pPr>
            <a:lvl5pPr marL="1025408"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5pPr>
            <a:lvl6pPr marL="1253277"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6pPr>
            <a:lvl7pPr marL="1481145"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7pPr>
            <a:lvl8pPr marL="1709014"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8pPr>
            <a:lvl9pPr marL="1936882"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9pPr>
          </a:lstStyle>
          <a:p>
            <a:pPr marL="271463" indent="-271463">
              <a:buFont typeface="+mj-lt"/>
              <a:buAutoNum type="arabicPeriod"/>
            </a:pPr>
            <a:r>
              <a:rPr lang="id-ID" b="1" noProof="1">
                <a:solidFill>
                  <a:srgbClr val="FF0000"/>
                </a:solidFill>
              </a:rPr>
              <a:t>Pengelolaan Data dan Informasi</a:t>
            </a:r>
            <a:r>
              <a:rPr lang="id-ID" b="1" noProof="1"/>
              <a:t>, </a:t>
            </a:r>
            <a:r>
              <a:rPr lang="id-ID" noProof="1"/>
              <a:t>Sistem Informasi dapat digunakan oleh organisasi dalam membantu mengumpulkan, menyimpan, dan mengelola data dengan lebih efisien. Data yang terorganisir dengan baik dapat diolah menjadi informasi yang berharga bagi organisasi dalam pengambilan keputusan. </a:t>
            </a:r>
          </a:p>
          <a:p>
            <a:pPr marL="271463" indent="-271463">
              <a:buFont typeface="+mj-lt"/>
              <a:buAutoNum type="arabicPeriod"/>
            </a:pPr>
            <a:r>
              <a:rPr lang="id-ID" b="1" noProof="1">
                <a:solidFill>
                  <a:srgbClr val="FF0000"/>
                </a:solidFill>
              </a:rPr>
              <a:t>Peningkatan Efisiensi Operasional</a:t>
            </a:r>
            <a:r>
              <a:rPr lang="id-ID" b="1" noProof="1"/>
              <a:t>, </a:t>
            </a:r>
            <a:r>
              <a:rPr lang="id-ID" noProof="1"/>
              <a:t>Melalui sistem informasi proses bisnis dapat diotomatisasi sehingga meningkatkan efisiensi operasional. Kegiatan ini dapat mencakup otomatisasi tugas-tugas administratif, pemrosesan transaksi, pemantauan inventaris, dan lain-lain. </a:t>
            </a:r>
          </a:p>
          <a:p>
            <a:pPr marL="271463" indent="-271463">
              <a:buFont typeface="+mj-lt"/>
              <a:buAutoNum type="arabicPeriod"/>
            </a:pPr>
            <a:r>
              <a:rPr lang="id-ID" b="1" noProof="1">
                <a:solidFill>
                  <a:srgbClr val="FF0000"/>
                </a:solidFill>
              </a:rPr>
              <a:t>Dukungan Terhadap Pengambilan Keputusan</a:t>
            </a:r>
            <a:r>
              <a:rPr lang="id-ID" b="1" noProof="1"/>
              <a:t>, </a:t>
            </a:r>
            <a:r>
              <a:rPr lang="id-ID" noProof="1"/>
              <a:t>Sistem informasi dapat menyediakan informasi yang akurat, terkini dan relevan untuk membantu manajemen dalam pengambilan keputusan. Sistem ini mencakup laporan rutin, analisis data, dan alat pendukung keputusan. </a:t>
            </a:r>
          </a:p>
          <a:p>
            <a:pPr marL="271463" indent="-271463">
              <a:buFont typeface="+mj-lt"/>
              <a:buAutoNum type="arabicPeriod"/>
            </a:pPr>
            <a:r>
              <a:rPr lang="id-ID" b="1" noProof="1">
                <a:solidFill>
                  <a:srgbClr val="FF0000"/>
                </a:solidFill>
              </a:rPr>
              <a:t>Kolaborasi dan Komunikasi, </a:t>
            </a:r>
            <a:r>
              <a:rPr lang="id-ID" noProof="1"/>
              <a:t>Sistem informasi mendukung kolaborasi antar anggota tim dan departemen dalam organisasi. Platform kolaborasi dapat memfasilitasi komunikasi dan berbagi informasi. Hal ini dapat membantu organisasi dalam meningkatkan produktivitas, koordinasi, dan komunikasi antar individu atau kelompok. </a:t>
            </a:r>
          </a:p>
        </p:txBody>
      </p:sp>
    </p:spTree>
    <p:extLst>
      <p:ext uri="{BB962C8B-B14F-4D97-AF65-F5344CB8AC3E}">
        <p14:creationId xmlns:p14="http://schemas.microsoft.com/office/powerpoint/2010/main" val="2498756696"/>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A5D97-083C-1535-555C-AEA812B85118}"/>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CAD3DF70-9B53-78C2-8889-74E19671F011}"/>
              </a:ext>
            </a:extLst>
          </p:cNvPr>
          <p:cNvSpPr>
            <a:spLocks noGrp="1"/>
          </p:cNvSpPr>
          <p:nvPr>
            <p:ph type="sldNum" sz="quarter" idx="12"/>
          </p:nvPr>
        </p:nvSpPr>
        <p:spPr/>
        <p:txBody>
          <a:bodyPr/>
          <a:lstStyle/>
          <a:p>
            <a:pPr>
              <a:defRPr/>
            </a:pPr>
            <a:fld id="{706B56AE-B4A2-4048-A9A4-384103193CC3}" type="slidenum">
              <a:rPr lang="en-US" altLang="en-US"/>
              <a:pPr>
                <a:defRPr/>
              </a:pPr>
              <a:t>27</a:t>
            </a:fld>
            <a:endParaRPr lang="en-US" altLang="en-US"/>
          </a:p>
        </p:txBody>
      </p:sp>
      <p:sp>
        <p:nvSpPr>
          <p:cNvPr id="6149" name="Rectangle 2">
            <a:extLst>
              <a:ext uri="{FF2B5EF4-FFF2-40B4-BE49-F238E27FC236}">
                <a16:creationId xmlns:a16="http://schemas.microsoft.com/office/drawing/2014/main" id="{3ECD4AC8-7569-EA1F-76B3-5630A0EDED76}"/>
              </a:ext>
            </a:extLst>
          </p:cNvPr>
          <p:cNvSpPr>
            <a:spLocks noGrp="1" noChangeArrowheads="1"/>
          </p:cNvSpPr>
          <p:nvPr>
            <p:ph type="title"/>
          </p:nvPr>
        </p:nvSpPr>
        <p:spPr>
          <a:xfrm>
            <a:off x="187906" y="90637"/>
            <a:ext cx="5241369" cy="477753"/>
          </a:xfrm>
        </p:spPr>
        <p:txBody>
          <a:bodyPr>
            <a:normAutofit fontScale="90000"/>
          </a:bodyPr>
          <a:lstStyle/>
          <a:p>
            <a:pPr eaLnBrk="1" hangingPunct="1"/>
            <a:r>
              <a:rPr lang="id-ID" sz="2523" b="1" dirty="0"/>
              <a:t>Peran Sistem Informasi dalam Organisasi ...</a:t>
            </a:r>
          </a:p>
        </p:txBody>
      </p:sp>
      <p:sp>
        <p:nvSpPr>
          <p:cNvPr id="6151" name="Rectangle 5">
            <a:extLst>
              <a:ext uri="{FF2B5EF4-FFF2-40B4-BE49-F238E27FC236}">
                <a16:creationId xmlns:a16="http://schemas.microsoft.com/office/drawing/2014/main" id="{DF78434A-FF5C-4763-D235-47E78E30C070}"/>
              </a:ext>
            </a:extLst>
          </p:cNvPr>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sp>
        <p:nvSpPr>
          <p:cNvPr id="2" name="Rectangle 3">
            <a:extLst>
              <a:ext uri="{FF2B5EF4-FFF2-40B4-BE49-F238E27FC236}">
                <a16:creationId xmlns:a16="http://schemas.microsoft.com/office/drawing/2014/main" id="{DDDAD075-F0ED-4275-C7B9-07928F75A79C}"/>
              </a:ext>
            </a:extLst>
          </p:cNvPr>
          <p:cNvSpPr txBox="1">
            <a:spLocks noChangeArrowheads="1"/>
          </p:cNvSpPr>
          <p:nvPr/>
        </p:nvSpPr>
        <p:spPr>
          <a:xfrm>
            <a:off x="248458" y="595069"/>
            <a:ext cx="5241369" cy="3773731"/>
          </a:xfrm>
          <a:prstGeom prst="rect">
            <a:avLst/>
          </a:prstGeom>
        </p:spPr>
        <p:txBody>
          <a:bodyPr vert="horz" lIns="91440" tIns="45720" rIns="91440" bIns="45720" rtlCol="0">
            <a:normAutofit/>
          </a:bodyPr>
          <a:lstStyle>
            <a:lvl1pPr marL="113934" indent="-113934" algn="l" defTabSz="455737" rtl="0" eaLnBrk="1" latinLnBrk="0" hangingPunct="1">
              <a:lnSpc>
                <a:spcPct val="90000"/>
              </a:lnSpc>
              <a:spcBef>
                <a:spcPts val="498"/>
              </a:spcBef>
              <a:buFont typeface="Arial" panose="020B0604020202020204" pitchFamily="34" charset="0"/>
              <a:buChar char="•"/>
              <a:defRPr sz="1396" kern="1200">
                <a:solidFill>
                  <a:schemeClr val="tx1"/>
                </a:solidFill>
                <a:latin typeface="+mn-lt"/>
                <a:ea typeface="+mn-ea"/>
                <a:cs typeface="+mn-cs"/>
              </a:defRPr>
            </a:lvl1pPr>
            <a:lvl2pPr marL="341803" indent="-113934" algn="l" defTabSz="455737" rtl="0" eaLnBrk="1" latinLnBrk="0" hangingPunct="1">
              <a:lnSpc>
                <a:spcPct val="90000"/>
              </a:lnSpc>
              <a:spcBef>
                <a:spcPts val="249"/>
              </a:spcBef>
              <a:buFont typeface="Arial" panose="020B0604020202020204" pitchFamily="34" charset="0"/>
              <a:buChar char="•"/>
              <a:defRPr sz="1196" kern="1200">
                <a:solidFill>
                  <a:schemeClr val="tx1"/>
                </a:solidFill>
                <a:latin typeface="+mn-lt"/>
                <a:ea typeface="+mn-ea"/>
                <a:cs typeface="+mn-cs"/>
              </a:defRPr>
            </a:lvl2pPr>
            <a:lvl3pPr marL="569671" indent="-113934" algn="l" defTabSz="455737" rtl="0" eaLnBrk="1" latinLnBrk="0" hangingPunct="1">
              <a:lnSpc>
                <a:spcPct val="90000"/>
              </a:lnSpc>
              <a:spcBef>
                <a:spcPts val="249"/>
              </a:spcBef>
              <a:buFont typeface="Arial" panose="020B0604020202020204" pitchFamily="34" charset="0"/>
              <a:buChar char="•"/>
              <a:defRPr sz="997" kern="1200">
                <a:solidFill>
                  <a:schemeClr val="tx1"/>
                </a:solidFill>
                <a:latin typeface="+mn-lt"/>
                <a:ea typeface="+mn-ea"/>
                <a:cs typeface="+mn-cs"/>
              </a:defRPr>
            </a:lvl3pPr>
            <a:lvl4pPr marL="797540"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4pPr>
            <a:lvl5pPr marL="1025408"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5pPr>
            <a:lvl6pPr marL="1253277"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6pPr>
            <a:lvl7pPr marL="1481145"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7pPr>
            <a:lvl8pPr marL="1709014"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8pPr>
            <a:lvl9pPr marL="1936882"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9pPr>
          </a:lstStyle>
          <a:p>
            <a:pPr marL="271463" indent="-271463">
              <a:buFont typeface="+mj-lt"/>
              <a:buAutoNum type="arabicPeriod" startAt="5"/>
            </a:pPr>
            <a:r>
              <a:rPr lang="id-ID" b="1" noProof="1">
                <a:solidFill>
                  <a:srgbClr val="FF0000"/>
                </a:solidFill>
              </a:rPr>
              <a:t>Manajemen Sumber Daya Manusia, </a:t>
            </a:r>
            <a:r>
              <a:rPr lang="id-ID" noProof="1"/>
              <a:t>Sistem informasi sumber daya manusia membantu dalam manajemen data karyawan, penggajian, pelatihan, dan evaluasi kinerja. Hal ini dapat mempermudah tugas administratif dan meningkatkan efisiensi sumber daya manusia. </a:t>
            </a:r>
          </a:p>
          <a:p>
            <a:pPr marL="271463" indent="-271463">
              <a:buFont typeface="+mj-lt"/>
              <a:buAutoNum type="arabicPeriod" startAt="5"/>
            </a:pPr>
            <a:r>
              <a:rPr lang="id-ID" b="1" noProof="1">
                <a:solidFill>
                  <a:srgbClr val="FF0000"/>
                </a:solidFill>
              </a:rPr>
              <a:t>Pengembangan Strategi Bisnis, </a:t>
            </a:r>
            <a:r>
              <a:rPr lang="id-ID" noProof="1"/>
              <a:t>Sistem informasi dapat membantu organisasi dengan memberikan data dan analisis yang diperlukan untuk merancang dan mengimplementasikan strategi bisnis. Informasi ini membantu organisasi memahami tren pasar, kebutuhan pelanggan, dan persaingan industri. </a:t>
            </a:r>
          </a:p>
          <a:p>
            <a:pPr marL="271463" indent="-271463">
              <a:buFont typeface="+mj-lt"/>
              <a:buAutoNum type="arabicPeriod" startAt="5"/>
            </a:pPr>
            <a:r>
              <a:rPr lang="id-ID" b="1" noProof="1">
                <a:solidFill>
                  <a:srgbClr val="FF0000"/>
                </a:solidFill>
              </a:rPr>
              <a:t>Pengelolaan Rantai Pasokan, </a:t>
            </a:r>
            <a:r>
              <a:rPr lang="id-ID" noProof="1"/>
              <a:t>Sistem informasi dapat digunakan untuk mengoptimalkan rantai pasokan, mulai dari pengelolaan persediaan hingga koordinasi dengan pemasok, dan distribusi produk ke konsumen. </a:t>
            </a:r>
          </a:p>
        </p:txBody>
      </p:sp>
    </p:spTree>
    <p:extLst>
      <p:ext uri="{BB962C8B-B14F-4D97-AF65-F5344CB8AC3E}">
        <p14:creationId xmlns:p14="http://schemas.microsoft.com/office/powerpoint/2010/main" val="1982110437"/>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D86B7-D00B-2A7F-B7A8-4EBD5F65DCD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CFFC4B66-4643-8C94-AA9B-0E6DFCBBA0C4}"/>
              </a:ext>
            </a:extLst>
          </p:cNvPr>
          <p:cNvSpPr>
            <a:spLocks noGrp="1"/>
          </p:cNvSpPr>
          <p:nvPr>
            <p:ph type="sldNum" sz="quarter" idx="12"/>
          </p:nvPr>
        </p:nvSpPr>
        <p:spPr/>
        <p:txBody>
          <a:bodyPr/>
          <a:lstStyle/>
          <a:p>
            <a:pPr>
              <a:defRPr/>
            </a:pPr>
            <a:fld id="{706B56AE-B4A2-4048-A9A4-384103193CC3}" type="slidenum">
              <a:rPr lang="en-US" altLang="en-US"/>
              <a:pPr>
                <a:defRPr/>
              </a:pPr>
              <a:t>28</a:t>
            </a:fld>
            <a:endParaRPr lang="en-US" altLang="en-US"/>
          </a:p>
        </p:txBody>
      </p:sp>
      <p:sp>
        <p:nvSpPr>
          <p:cNvPr id="6149" name="Rectangle 2">
            <a:extLst>
              <a:ext uri="{FF2B5EF4-FFF2-40B4-BE49-F238E27FC236}">
                <a16:creationId xmlns:a16="http://schemas.microsoft.com/office/drawing/2014/main" id="{64489958-2791-71FF-E643-20FC4286794D}"/>
              </a:ext>
            </a:extLst>
          </p:cNvPr>
          <p:cNvSpPr>
            <a:spLocks noGrp="1" noChangeArrowheads="1"/>
          </p:cNvSpPr>
          <p:nvPr>
            <p:ph type="title"/>
          </p:nvPr>
        </p:nvSpPr>
        <p:spPr>
          <a:xfrm>
            <a:off x="187906" y="90637"/>
            <a:ext cx="5241369" cy="477753"/>
          </a:xfrm>
        </p:spPr>
        <p:txBody>
          <a:bodyPr>
            <a:normAutofit fontScale="90000"/>
          </a:bodyPr>
          <a:lstStyle/>
          <a:p>
            <a:pPr eaLnBrk="1" hangingPunct="1"/>
            <a:r>
              <a:rPr lang="id-ID" sz="2523" b="1" dirty="0"/>
              <a:t>Peran Sistem Informasi dalam Organisasi ...</a:t>
            </a:r>
          </a:p>
        </p:txBody>
      </p:sp>
      <p:sp>
        <p:nvSpPr>
          <p:cNvPr id="6151" name="Rectangle 5">
            <a:extLst>
              <a:ext uri="{FF2B5EF4-FFF2-40B4-BE49-F238E27FC236}">
                <a16:creationId xmlns:a16="http://schemas.microsoft.com/office/drawing/2014/main" id="{278918F0-799F-F76A-4E3C-852D360A5656}"/>
              </a:ext>
            </a:extLst>
          </p:cNvPr>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sp>
        <p:nvSpPr>
          <p:cNvPr id="2" name="Rectangle 3">
            <a:extLst>
              <a:ext uri="{FF2B5EF4-FFF2-40B4-BE49-F238E27FC236}">
                <a16:creationId xmlns:a16="http://schemas.microsoft.com/office/drawing/2014/main" id="{BED53BA1-5D69-A8E2-9480-2B3CBBCE6145}"/>
              </a:ext>
            </a:extLst>
          </p:cNvPr>
          <p:cNvSpPr txBox="1">
            <a:spLocks noChangeArrowheads="1"/>
          </p:cNvSpPr>
          <p:nvPr/>
        </p:nvSpPr>
        <p:spPr>
          <a:xfrm>
            <a:off x="248458" y="595069"/>
            <a:ext cx="5241369" cy="3773731"/>
          </a:xfrm>
          <a:prstGeom prst="rect">
            <a:avLst/>
          </a:prstGeom>
        </p:spPr>
        <p:txBody>
          <a:bodyPr vert="horz" lIns="91440" tIns="45720" rIns="91440" bIns="45720" rtlCol="0">
            <a:normAutofit/>
          </a:bodyPr>
          <a:lstStyle>
            <a:lvl1pPr marL="113934" indent="-113934" algn="l" defTabSz="455737" rtl="0" eaLnBrk="1" latinLnBrk="0" hangingPunct="1">
              <a:lnSpc>
                <a:spcPct val="90000"/>
              </a:lnSpc>
              <a:spcBef>
                <a:spcPts val="498"/>
              </a:spcBef>
              <a:buFont typeface="Arial" panose="020B0604020202020204" pitchFamily="34" charset="0"/>
              <a:buChar char="•"/>
              <a:defRPr sz="1396" kern="1200">
                <a:solidFill>
                  <a:schemeClr val="tx1"/>
                </a:solidFill>
                <a:latin typeface="+mn-lt"/>
                <a:ea typeface="+mn-ea"/>
                <a:cs typeface="+mn-cs"/>
              </a:defRPr>
            </a:lvl1pPr>
            <a:lvl2pPr marL="341803" indent="-113934" algn="l" defTabSz="455737" rtl="0" eaLnBrk="1" latinLnBrk="0" hangingPunct="1">
              <a:lnSpc>
                <a:spcPct val="90000"/>
              </a:lnSpc>
              <a:spcBef>
                <a:spcPts val="249"/>
              </a:spcBef>
              <a:buFont typeface="Arial" panose="020B0604020202020204" pitchFamily="34" charset="0"/>
              <a:buChar char="•"/>
              <a:defRPr sz="1196" kern="1200">
                <a:solidFill>
                  <a:schemeClr val="tx1"/>
                </a:solidFill>
                <a:latin typeface="+mn-lt"/>
                <a:ea typeface="+mn-ea"/>
                <a:cs typeface="+mn-cs"/>
              </a:defRPr>
            </a:lvl2pPr>
            <a:lvl3pPr marL="569671" indent="-113934" algn="l" defTabSz="455737" rtl="0" eaLnBrk="1" latinLnBrk="0" hangingPunct="1">
              <a:lnSpc>
                <a:spcPct val="90000"/>
              </a:lnSpc>
              <a:spcBef>
                <a:spcPts val="249"/>
              </a:spcBef>
              <a:buFont typeface="Arial" panose="020B0604020202020204" pitchFamily="34" charset="0"/>
              <a:buChar char="•"/>
              <a:defRPr sz="997" kern="1200">
                <a:solidFill>
                  <a:schemeClr val="tx1"/>
                </a:solidFill>
                <a:latin typeface="+mn-lt"/>
                <a:ea typeface="+mn-ea"/>
                <a:cs typeface="+mn-cs"/>
              </a:defRPr>
            </a:lvl3pPr>
            <a:lvl4pPr marL="797540"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4pPr>
            <a:lvl5pPr marL="1025408"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5pPr>
            <a:lvl6pPr marL="1253277"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6pPr>
            <a:lvl7pPr marL="1481145"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7pPr>
            <a:lvl8pPr marL="1709014"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8pPr>
            <a:lvl9pPr marL="1936882"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9pPr>
          </a:lstStyle>
          <a:p>
            <a:pPr marL="271463" indent="-271463">
              <a:buFont typeface="+mj-lt"/>
              <a:buAutoNum type="arabicPeriod" startAt="8"/>
            </a:pPr>
            <a:r>
              <a:rPr lang="id-ID" b="1" noProof="1">
                <a:solidFill>
                  <a:srgbClr val="FF0000"/>
                </a:solidFill>
              </a:rPr>
              <a:t>Keamanan Sistem Informasi, </a:t>
            </a:r>
            <a:r>
              <a:rPr lang="id-ID" noProof="1"/>
              <a:t>Sistem informasi dapat membantu langkah-langkah keamanan informasi untuk melindungi data dan organisasi dari ancaman keamanan seperti kebocoran data, serangan malware, atau akses tidak sah. </a:t>
            </a:r>
          </a:p>
          <a:p>
            <a:pPr marL="271463" indent="-271463">
              <a:buFont typeface="+mj-lt"/>
              <a:buAutoNum type="arabicPeriod" startAt="8"/>
            </a:pPr>
            <a:r>
              <a:rPr lang="id-ID" b="1" noProof="1">
                <a:solidFill>
                  <a:srgbClr val="FF0000"/>
                </a:solidFill>
              </a:rPr>
              <a:t>Pengukuran Kinerja</a:t>
            </a:r>
            <a:r>
              <a:rPr lang="id-ID" b="1" noProof="1"/>
              <a:t>, </a:t>
            </a:r>
            <a:r>
              <a:rPr lang="id-ID" noProof="1"/>
              <a:t>Sistem informasi dapat membantu organisasi dalam mengukur kinerja karyawan melalui Key Performance Indicator (KPI) dan melakukan evaluasi terhadap pencapaian tujuan. </a:t>
            </a:r>
          </a:p>
          <a:p>
            <a:pPr marL="271463" indent="-271463">
              <a:buFont typeface="+mj-lt"/>
              <a:buAutoNum type="arabicPeriod" startAt="8"/>
            </a:pPr>
            <a:r>
              <a:rPr lang="id-ID" b="1" noProof="1">
                <a:solidFill>
                  <a:srgbClr val="FF0000"/>
                </a:solidFill>
              </a:rPr>
              <a:t>Peningkatan Layanan Pelanggan, </a:t>
            </a:r>
            <a:r>
              <a:rPr lang="id-ID" noProof="1"/>
              <a:t>Sistem informasi dapat digunakan untuk meningkatkan layanan pelanggan melalui pemahaman yang lebih baik terhadap kebutuhan pelanggan, pelacakan pesanan, dan respon yang cepat terhadap pertanyaan atau masalah.</a:t>
            </a:r>
          </a:p>
        </p:txBody>
      </p:sp>
    </p:spTree>
    <p:extLst>
      <p:ext uri="{BB962C8B-B14F-4D97-AF65-F5344CB8AC3E}">
        <p14:creationId xmlns:p14="http://schemas.microsoft.com/office/powerpoint/2010/main" val="13349310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1F879-A355-F2CC-5B5A-A595B8499EC8}"/>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869825B7-7973-AEFE-7F4A-5D55939367D4}"/>
              </a:ext>
            </a:extLst>
          </p:cNvPr>
          <p:cNvSpPr>
            <a:spLocks noGrp="1"/>
          </p:cNvSpPr>
          <p:nvPr>
            <p:ph type="sldNum" sz="quarter" idx="12"/>
          </p:nvPr>
        </p:nvSpPr>
        <p:spPr/>
        <p:txBody>
          <a:bodyPr/>
          <a:lstStyle/>
          <a:p>
            <a:pPr>
              <a:defRPr/>
            </a:pPr>
            <a:fld id="{706B56AE-B4A2-4048-A9A4-384103193CC3}" type="slidenum">
              <a:rPr lang="en-US" altLang="en-US"/>
              <a:pPr>
                <a:defRPr/>
              </a:pPr>
              <a:t>29</a:t>
            </a:fld>
            <a:endParaRPr lang="en-US" altLang="en-US"/>
          </a:p>
        </p:txBody>
      </p:sp>
      <p:sp>
        <p:nvSpPr>
          <p:cNvPr id="6149" name="Rectangle 2">
            <a:extLst>
              <a:ext uri="{FF2B5EF4-FFF2-40B4-BE49-F238E27FC236}">
                <a16:creationId xmlns:a16="http://schemas.microsoft.com/office/drawing/2014/main" id="{6250F5E3-C606-2F7F-D8F8-0FF1A4EA692D}"/>
              </a:ext>
            </a:extLst>
          </p:cNvPr>
          <p:cNvSpPr>
            <a:spLocks noGrp="1" noChangeArrowheads="1"/>
          </p:cNvSpPr>
          <p:nvPr>
            <p:ph type="title"/>
          </p:nvPr>
        </p:nvSpPr>
        <p:spPr>
          <a:xfrm>
            <a:off x="187906" y="90637"/>
            <a:ext cx="5241369" cy="477753"/>
          </a:xfrm>
        </p:spPr>
        <p:txBody>
          <a:bodyPr>
            <a:normAutofit fontScale="90000"/>
          </a:bodyPr>
          <a:lstStyle/>
          <a:p>
            <a:pPr eaLnBrk="1" hangingPunct="1"/>
            <a:r>
              <a:rPr lang="id-ID" sz="2523" b="1" dirty="0"/>
              <a:t>Kategori Sistem Informasi dalam Organisasi</a:t>
            </a:r>
          </a:p>
        </p:txBody>
      </p:sp>
      <p:sp>
        <p:nvSpPr>
          <p:cNvPr id="6151" name="Rectangle 5">
            <a:extLst>
              <a:ext uri="{FF2B5EF4-FFF2-40B4-BE49-F238E27FC236}">
                <a16:creationId xmlns:a16="http://schemas.microsoft.com/office/drawing/2014/main" id="{B73A9F30-FA38-C6F4-4882-EDF2A6483F02}"/>
              </a:ext>
            </a:extLst>
          </p:cNvPr>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sp>
        <p:nvSpPr>
          <p:cNvPr id="2" name="Rectangle 3">
            <a:extLst>
              <a:ext uri="{FF2B5EF4-FFF2-40B4-BE49-F238E27FC236}">
                <a16:creationId xmlns:a16="http://schemas.microsoft.com/office/drawing/2014/main" id="{BBB8688B-7FE5-7E37-28EF-89E8045EF111}"/>
              </a:ext>
            </a:extLst>
          </p:cNvPr>
          <p:cNvSpPr txBox="1">
            <a:spLocks noChangeArrowheads="1"/>
          </p:cNvSpPr>
          <p:nvPr/>
        </p:nvSpPr>
        <p:spPr>
          <a:xfrm>
            <a:off x="248458" y="595069"/>
            <a:ext cx="5718849" cy="3773731"/>
          </a:xfrm>
          <a:prstGeom prst="rect">
            <a:avLst/>
          </a:prstGeom>
        </p:spPr>
        <p:txBody>
          <a:bodyPr vert="horz" lIns="91440" tIns="45720" rIns="91440" bIns="45720" rtlCol="0">
            <a:normAutofit lnSpcReduction="10000"/>
          </a:bodyPr>
          <a:lstStyle>
            <a:lvl1pPr marL="113934" indent="-113934" algn="l" defTabSz="455737" rtl="0" eaLnBrk="1" latinLnBrk="0" hangingPunct="1">
              <a:lnSpc>
                <a:spcPct val="90000"/>
              </a:lnSpc>
              <a:spcBef>
                <a:spcPts val="498"/>
              </a:spcBef>
              <a:buFont typeface="Arial" panose="020B0604020202020204" pitchFamily="34" charset="0"/>
              <a:buChar char="•"/>
              <a:defRPr sz="1396" kern="1200">
                <a:solidFill>
                  <a:schemeClr val="tx1"/>
                </a:solidFill>
                <a:latin typeface="+mn-lt"/>
                <a:ea typeface="+mn-ea"/>
                <a:cs typeface="+mn-cs"/>
              </a:defRPr>
            </a:lvl1pPr>
            <a:lvl2pPr marL="341803" indent="-113934" algn="l" defTabSz="455737" rtl="0" eaLnBrk="1" latinLnBrk="0" hangingPunct="1">
              <a:lnSpc>
                <a:spcPct val="90000"/>
              </a:lnSpc>
              <a:spcBef>
                <a:spcPts val="249"/>
              </a:spcBef>
              <a:buFont typeface="Arial" panose="020B0604020202020204" pitchFamily="34" charset="0"/>
              <a:buChar char="•"/>
              <a:defRPr sz="1196" kern="1200">
                <a:solidFill>
                  <a:schemeClr val="tx1"/>
                </a:solidFill>
                <a:latin typeface="+mn-lt"/>
                <a:ea typeface="+mn-ea"/>
                <a:cs typeface="+mn-cs"/>
              </a:defRPr>
            </a:lvl2pPr>
            <a:lvl3pPr marL="569671" indent="-113934" algn="l" defTabSz="455737" rtl="0" eaLnBrk="1" latinLnBrk="0" hangingPunct="1">
              <a:lnSpc>
                <a:spcPct val="90000"/>
              </a:lnSpc>
              <a:spcBef>
                <a:spcPts val="249"/>
              </a:spcBef>
              <a:buFont typeface="Arial" panose="020B0604020202020204" pitchFamily="34" charset="0"/>
              <a:buChar char="•"/>
              <a:defRPr sz="997" kern="1200">
                <a:solidFill>
                  <a:schemeClr val="tx1"/>
                </a:solidFill>
                <a:latin typeface="+mn-lt"/>
                <a:ea typeface="+mn-ea"/>
                <a:cs typeface="+mn-cs"/>
              </a:defRPr>
            </a:lvl3pPr>
            <a:lvl4pPr marL="797540"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4pPr>
            <a:lvl5pPr marL="1025408"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5pPr>
            <a:lvl6pPr marL="1253277"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6pPr>
            <a:lvl7pPr marL="1481145"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7pPr>
            <a:lvl8pPr marL="1709014"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8pPr>
            <a:lvl9pPr marL="1936882"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9pPr>
          </a:lstStyle>
          <a:p>
            <a:pPr marL="271463" indent="-176213">
              <a:buFont typeface="+mj-lt"/>
              <a:buAutoNum type="arabicPeriod"/>
            </a:pPr>
            <a:r>
              <a:rPr lang="id-ID" b="1" noProof="1"/>
              <a:t>Sistem Informasi Manajemen</a:t>
            </a:r>
            <a:r>
              <a:rPr lang="id-ID" noProof="1"/>
              <a:t>, bertujuan membantu manajemen dalam pengambilan keputusan dan perencanaan strategis. Contohnya yaitu Sistem Pendukung Keputusan, Customer Relationship Management, dan Supply Chain Management.</a:t>
            </a:r>
          </a:p>
          <a:p>
            <a:pPr marL="271463" indent="-176213">
              <a:buFont typeface="+mj-lt"/>
              <a:buAutoNum type="arabicPeriod"/>
            </a:pPr>
            <a:r>
              <a:rPr lang="id-ID" b="1" noProof="1"/>
              <a:t>Sistem Informasi Transaksional</a:t>
            </a:r>
            <a:r>
              <a:rPr lang="id-ID" noProof="1"/>
              <a:t>, bertujuan mencatat dan mengelola transaksi bisnis harian. Contohnya yaitu Sistem Poin of Sales, Sistem Perbankan, dan Sistem E-commerce.</a:t>
            </a:r>
          </a:p>
          <a:p>
            <a:pPr marL="271463" indent="-176213">
              <a:buFont typeface="+mj-lt"/>
              <a:buAutoNum type="arabicPeriod"/>
            </a:pPr>
            <a:r>
              <a:rPr lang="id-ID" b="1" noProof="1"/>
              <a:t>Sistem Informasi Eksekutif</a:t>
            </a:r>
            <a:r>
              <a:rPr lang="id-ID" noProof="1"/>
              <a:t>, bertujuan menyediakan informasi tingkat eksekutif untuk pengambilan keputusan strategis. Contohnya yaitu Executive Dashboard, Geographic Information System, dan Business Intelligence. </a:t>
            </a:r>
          </a:p>
          <a:p>
            <a:pPr marL="271463" indent="-176213">
              <a:buFont typeface="+mj-lt"/>
              <a:buAutoNum type="arabicPeriod"/>
            </a:pPr>
            <a:r>
              <a:rPr lang="id-ID" b="1" noProof="1"/>
              <a:t>Sistem Informasi Pengetahuan</a:t>
            </a:r>
            <a:r>
              <a:rPr lang="id-ID" noProof="1"/>
              <a:t>, bertujuan untuk mengelola pengetahuan dan informasi intelektual di dalam organisasi. Contohnya yaitu Knowledge Management System, Content Management System, dan Expert System. </a:t>
            </a:r>
          </a:p>
          <a:p>
            <a:pPr marL="271463" indent="-176213">
              <a:buFont typeface="+mj-lt"/>
              <a:buAutoNum type="arabicPeriod"/>
            </a:pPr>
            <a:r>
              <a:rPr lang="id-ID" b="1" noProof="1"/>
              <a:t>Sistem Informasi Keamanan</a:t>
            </a:r>
            <a:r>
              <a:rPr lang="id-ID" noProof="1"/>
              <a:t>, bertujuan melindungi informasi dan sistem organisasi dari ancaman keamanan. Contohnya yaitu Firewall, Security Information and Event Management System, dan Security Risk Assessment. </a:t>
            </a:r>
          </a:p>
        </p:txBody>
      </p:sp>
    </p:spTree>
    <p:extLst>
      <p:ext uri="{BB962C8B-B14F-4D97-AF65-F5344CB8AC3E}">
        <p14:creationId xmlns:p14="http://schemas.microsoft.com/office/powerpoint/2010/main" val="2315549216"/>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3BC29-BE2D-15EC-4041-8EB0EA69C491}"/>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06947CBE-0EDA-A83D-D636-0F2BE496FC15}"/>
              </a:ext>
            </a:extLst>
          </p:cNvPr>
          <p:cNvSpPr>
            <a:spLocks noGrp="1"/>
          </p:cNvSpPr>
          <p:nvPr>
            <p:ph type="sldNum" sz="quarter" idx="12"/>
          </p:nvPr>
        </p:nvSpPr>
        <p:spPr/>
        <p:txBody>
          <a:bodyPr/>
          <a:lstStyle/>
          <a:p>
            <a:pPr>
              <a:defRPr/>
            </a:pPr>
            <a:fld id="{706B56AE-B4A2-4048-A9A4-384103193CC3}" type="slidenum">
              <a:rPr lang="en-US" altLang="en-US"/>
              <a:pPr>
                <a:defRPr/>
              </a:pPr>
              <a:t>30</a:t>
            </a:fld>
            <a:endParaRPr lang="en-US" altLang="en-US"/>
          </a:p>
        </p:txBody>
      </p:sp>
      <p:sp>
        <p:nvSpPr>
          <p:cNvPr id="6149" name="Rectangle 2">
            <a:extLst>
              <a:ext uri="{FF2B5EF4-FFF2-40B4-BE49-F238E27FC236}">
                <a16:creationId xmlns:a16="http://schemas.microsoft.com/office/drawing/2014/main" id="{A60F163C-0223-7DA0-227C-B93FD94B4DF2}"/>
              </a:ext>
            </a:extLst>
          </p:cNvPr>
          <p:cNvSpPr>
            <a:spLocks noGrp="1" noChangeArrowheads="1"/>
          </p:cNvSpPr>
          <p:nvPr>
            <p:ph type="title"/>
          </p:nvPr>
        </p:nvSpPr>
        <p:spPr>
          <a:xfrm>
            <a:off x="187906" y="90637"/>
            <a:ext cx="5623614" cy="477753"/>
          </a:xfrm>
        </p:spPr>
        <p:txBody>
          <a:bodyPr>
            <a:normAutofit fontScale="90000"/>
          </a:bodyPr>
          <a:lstStyle/>
          <a:p>
            <a:pPr eaLnBrk="1" hangingPunct="1"/>
            <a:r>
              <a:rPr lang="id-ID" sz="2523" b="1" dirty="0"/>
              <a:t>Kategori Sistem Informasi dalam Organisasi ...</a:t>
            </a:r>
          </a:p>
        </p:txBody>
      </p:sp>
      <p:sp>
        <p:nvSpPr>
          <p:cNvPr id="6151" name="Rectangle 5">
            <a:extLst>
              <a:ext uri="{FF2B5EF4-FFF2-40B4-BE49-F238E27FC236}">
                <a16:creationId xmlns:a16="http://schemas.microsoft.com/office/drawing/2014/main" id="{592E30CC-9FDF-2DC4-7340-E1293AE74386}"/>
              </a:ext>
            </a:extLst>
          </p:cNvPr>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sp>
        <p:nvSpPr>
          <p:cNvPr id="2" name="Rectangle 3">
            <a:extLst>
              <a:ext uri="{FF2B5EF4-FFF2-40B4-BE49-F238E27FC236}">
                <a16:creationId xmlns:a16="http://schemas.microsoft.com/office/drawing/2014/main" id="{0237F8C1-B423-1DFC-D78B-574C93B6FFB5}"/>
              </a:ext>
            </a:extLst>
          </p:cNvPr>
          <p:cNvSpPr txBox="1">
            <a:spLocks noChangeArrowheads="1"/>
          </p:cNvSpPr>
          <p:nvPr/>
        </p:nvSpPr>
        <p:spPr>
          <a:xfrm>
            <a:off x="95540" y="595069"/>
            <a:ext cx="5718849" cy="3773731"/>
          </a:xfrm>
          <a:prstGeom prst="rect">
            <a:avLst/>
          </a:prstGeom>
        </p:spPr>
        <p:txBody>
          <a:bodyPr vert="horz" lIns="91440" tIns="45720" rIns="91440" bIns="45720" rtlCol="0">
            <a:normAutofit lnSpcReduction="10000"/>
          </a:bodyPr>
          <a:lstStyle>
            <a:lvl1pPr marL="113934" indent="-113934" algn="l" defTabSz="455737" rtl="0" eaLnBrk="1" latinLnBrk="0" hangingPunct="1">
              <a:lnSpc>
                <a:spcPct val="90000"/>
              </a:lnSpc>
              <a:spcBef>
                <a:spcPts val="498"/>
              </a:spcBef>
              <a:buFont typeface="Arial" panose="020B0604020202020204" pitchFamily="34" charset="0"/>
              <a:buChar char="•"/>
              <a:defRPr sz="1396" kern="1200">
                <a:solidFill>
                  <a:schemeClr val="tx1"/>
                </a:solidFill>
                <a:latin typeface="+mn-lt"/>
                <a:ea typeface="+mn-ea"/>
                <a:cs typeface="+mn-cs"/>
              </a:defRPr>
            </a:lvl1pPr>
            <a:lvl2pPr marL="341803" indent="-113934" algn="l" defTabSz="455737" rtl="0" eaLnBrk="1" latinLnBrk="0" hangingPunct="1">
              <a:lnSpc>
                <a:spcPct val="90000"/>
              </a:lnSpc>
              <a:spcBef>
                <a:spcPts val="249"/>
              </a:spcBef>
              <a:buFont typeface="Arial" panose="020B0604020202020204" pitchFamily="34" charset="0"/>
              <a:buChar char="•"/>
              <a:defRPr sz="1196" kern="1200">
                <a:solidFill>
                  <a:schemeClr val="tx1"/>
                </a:solidFill>
                <a:latin typeface="+mn-lt"/>
                <a:ea typeface="+mn-ea"/>
                <a:cs typeface="+mn-cs"/>
              </a:defRPr>
            </a:lvl2pPr>
            <a:lvl3pPr marL="569671" indent="-113934" algn="l" defTabSz="455737" rtl="0" eaLnBrk="1" latinLnBrk="0" hangingPunct="1">
              <a:lnSpc>
                <a:spcPct val="90000"/>
              </a:lnSpc>
              <a:spcBef>
                <a:spcPts val="249"/>
              </a:spcBef>
              <a:buFont typeface="Arial" panose="020B0604020202020204" pitchFamily="34" charset="0"/>
              <a:buChar char="•"/>
              <a:defRPr sz="997" kern="1200">
                <a:solidFill>
                  <a:schemeClr val="tx1"/>
                </a:solidFill>
                <a:latin typeface="+mn-lt"/>
                <a:ea typeface="+mn-ea"/>
                <a:cs typeface="+mn-cs"/>
              </a:defRPr>
            </a:lvl3pPr>
            <a:lvl4pPr marL="797540"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4pPr>
            <a:lvl5pPr marL="1025408"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5pPr>
            <a:lvl6pPr marL="1253277"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6pPr>
            <a:lvl7pPr marL="1481145"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7pPr>
            <a:lvl8pPr marL="1709014"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8pPr>
            <a:lvl9pPr marL="1936882" indent="-113934" algn="l" defTabSz="455737" rtl="0" eaLnBrk="1" latinLnBrk="0" hangingPunct="1">
              <a:lnSpc>
                <a:spcPct val="90000"/>
              </a:lnSpc>
              <a:spcBef>
                <a:spcPts val="249"/>
              </a:spcBef>
              <a:buFont typeface="Arial" panose="020B0604020202020204" pitchFamily="34" charset="0"/>
              <a:buChar char="•"/>
              <a:defRPr sz="897" kern="1200">
                <a:solidFill>
                  <a:schemeClr val="tx1"/>
                </a:solidFill>
                <a:latin typeface="+mn-lt"/>
                <a:ea typeface="+mn-ea"/>
                <a:cs typeface="+mn-cs"/>
              </a:defRPr>
            </a:lvl9pPr>
          </a:lstStyle>
          <a:p>
            <a:pPr marL="358775" indent="-271463" defTabSz="358775">
              <a:buFont typeface="+mj-lt"/>
              <a:buAutoNum type="arabicPeriod" startAt="6"/>
            </a:pPr>
            <a:r>
              <a:rPr lang="id-ID" b="1" noProof="1"/>
              <a:t>Sistem Informasi Kesehatan</a:t>
            </a:r>
            <a:r>
              <a:rPr lang="id-ID" noProof="1"/>
              <a:t>, bertujuan mengelola informasi kesehatan pasien, rekam medis, dan proses administrasi pada fasilitas kesehatan. Contohnya yaitu Electronic Health Record, Hospital Information System, dan Laboratory Information System. </a:t>
            </a:r>
          </a:p>
          <a:p>
            <a:pPr marL="358775" indent="-271463" defTabSz="358775">
              <a:buFont typeface="+mj-lt"/>
              <a:buAutoNum type="arabicPeriod" startAt="6"/>
            </a:pPr>
            <a:r>
              <a:rPr lang="id-ID" b="1" noProof="1"/>
              <a:t>Sistem Informasi Pendidikan</a:t>
            </a:r>
            <a:r>
              <a:rPr lang="id-ID" noProof="1"/>
              <a:t>, bertujuan untuk mendukung manajemen dan pengelolaan informasi terkait dengan aspek pendidikan. Contohnya yaitu Learning Management System, Sistem Informasi Akademik, dan Sistem Penerimaan Siswa Baru. </a:t>
            </a:r>
          </a:p>
          <a:p>
            <a:pPr marL="358775" indent="-271463" defTabSz="358775">
              <a:buFont typeface="+mj-lt"/>
              <a:buAutoNum type="arabicPeriod" startAt="6"/>
            </a:pPr>
            <a:r>
              <a:rPr lang="id-ID" b="1" noProof="1"/>
              <a:t>Sistem Informasi Perusahaan</a:t>
            </a:r>
            <a:r>
              <a:rPr lang="id-ID" noProof="1"/>
              <a:t>, bertujuan untuk mendukung semua fungsi dan proses bisnis dalam organisasi. Contohnya yaitu Enterprise Resource Planning, Project Management System, dan Financial Management System. </a:t>
            </a:r>
          </a:p>
          <a:p>
            <a:pPr marL="358775" indent="-271463" defTabSz="358775">
              <a:buFont typeface="+mj-lt"/>
              <a:buAutoNum type="arabicPeriod" startAt="6"/>
            </a:pPr>
            <a:r>
              <a:rPr lang="id-ID" b="1" noProof="1"/>
              <a:t>Sistem Informasi Pemasaran</a:t>
            </a:r>
            <a:r>
              <a:rPr lang="id-ID" noProof="1"/>
              <a:t>, bertujuan untuk mengelola informasi terkait pemasaran, penjualan, dan hubungan pelanggan. Contohnya yaitu Market Research Platform, Digital Analytic System, dan Customer Relationship Management. </a:t>
            </a:r>
          </a:p>
          <a:p>
            <a:pPr marL="358775" indent="-271463" defTabSz="358775">
              <a:buFont typeface="+mj-lt"/>
              <a:buAutoNum type="arabicPeriod" startAt="6"/>
            </a:pPr>
            <a:r>
              <a:rPr lang="id-ID" b="1" noProof="1"/>
              <a:t>Sistem Informasi Sumber Daya Manusia</a:t>
            </a:r>
            <a:r>
              <a:rPr lang="id-ID" noProof="1"/>
              <a:t>, bertujuan untuk mengelola informasi terkait karyawan, gaji, dan manajemen sumber daya manusia. Contohnya yaitu Human Resource Information System, Performance Management System, dan Payroll Management System</a:t>
            </a:r>
          </a:p>
        </p:txBody>
      </p:sp>
    </p:spTree>
    <p:extLst>
      <p:ext uri="{BB962C8B-B14F-4D97-AF65-F5344CB8AC3E}">
        <p14:creationId xmlns:p14="http://schemas.microsoft.com/office/powerpoint/2010/main" val="124077831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898C1-23AA-6916-D8F0-E7E99136E5A1}"/>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2E414A75-A3FA-4E98-7264-1997B4276555}"/>
              </a:ext>
            </a:extLst>
          </p:cNvPr>
          <p:cNvSpPr>
            <a:spLocks noGrp="1"/>
          </p:cNvSpPr>
          <p:nvPr>
            <p:ph type="sldNum" sz="quarter" idx="12"/>
          </p:nvPr>
        </p:nvSpPr>
        <p:spPr/>
        <p:txBody>
          <a:bodyPr/>
          <a:lstStyle/>
          <a:p>
            <a:pPr>
              <a:defRPr/>
            </a:pPr>
            <a:fld id="{706B56AE-B4A2-4048-A9A4-384103193CC3}" type="slidenum">
              <a:rPr lang="en-US" altLang="en-US"/>
              <a:pPr>
                <a:defRPr/>
              </a:pPr>
              <a:t>31</a:t>
            </a:fld>
            <a:endParaRPr lang="en-US" altLang="en-US"/>
          </a:p>
        </p:txBody>
      </p:sp>
      <p:sp>
        <p:nvSpPr>
          <p:cNvPr id="6149" name="Rectangle 2">
            <a:extLst>
              <a:ext uri="{FF2B5EF4-FFF2-40B4-BE49-F238E27FC236}">
                <a16:creationId xmlns:a16="http://schemas.microsoft.com/office/drawing/2014/main" id="{0D270B38-52AE-5489-6999-EE676D099033}"/>
              </a:ext>
            </a:extLst>
          </p:cNvPr>
          <p:cNvSpPr>
            <a:spLocks noGrp="1" noChangeArrowheads="1"/>
          </p:cNvSpPr>
          <p:nvPr>
            <p:ph type="title"/>
          </p:nvPr>
        </p:nvSpPr>
        <p:spPr>
          <a:xfrm>
            <a:off x="282733" y="90637"/>
            <a:ext cx="5623614" cy="477753"/>
          </a:xfrm>
        </p:spPr>
        <p:txBody>
          <a:bodyPr>
            <a:normAutofit fontScale="90000"/>
          </a:bodyPr>
          <a:lstStyle/>
          <a:p>
            <a:pPr eaLnBrk="1" hangingPunct="1"/>
            <a:r>
              <a:rPr lang="id-ID" sz="2523" b="1" dirty="0"/>
              <a:t>Personel Sistem Informasi dalam Organisasi</a:t>
            </a:r>
          </a:p>
        </p:txBody>
      </p:sp>
      <p:sp>
        <p:nvSpPr>
          <p:cNvPr id="6151" name="Rectangle 5">
            <a:extLst>
              <a:ext uri="{FF2B5EF4-FFF2-40B4-BE49-F238E27FC236}">
                <a16:creationId xmlns:a16="http://schemas.microsoft.com/office/drawing/2014/main" id="{ABDEDF2A-1041-2A98-7625-3F2FFA23A2DA}"/>
              </a:ext>
            </a:extLst>
          </p:cNvPr>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pic>
        <p:nvPicPr>
          <p:cNvPr id="4" name="Gambar 3">
            <a:extLst>
              <a:ext uri="{FF2B5EF4-FFF2-40B4-BE49-F238E27FC236}">
                <a16:creationId xmlns:a16="http://schemas.microsoft.com/office/drawing/2014/main" id="{F3BAEA2B-D82E-2221-6376-DF06166D4D30}"/>
              </a:ext>
            </a:extLst>
          </p:cNvPr>
          <p:cNvPicPr>
            <a:picLocks noChangeAspect="1"/>
          </p:cNvPicPr>
          <p:nvPr/>
        </p:nvPicPr>
        <p:blipFill>
          <a:blip r:embed="rId2"/>
          <a:stretch>
            <a:fillRect/>
          </a:stretch>
        </p:blipFill>
        <p:spPr>
          <a:xfrm>
            <a:off x="185738" y="642247"/>
            <a:ext cx="5293890" cy="3543990"/>
          </a:xfrm>
          <a:prstGeom prst="rect">
            <a:avLst/>
          </a:prstGeom>
        </p:spPr>
      </p:pic>
    </p:spTree>
    <p:extLst>
      <p:ext uri="{BB962C8B-B14F-4D97-AF65-F5344CB8AC3E}">
        <p14:creationId xmlns:p14="http://schemas.microsoft.com/office/powerpoint/2010/main" val="517653143"/>
      </p:ext>
    </p:extLst>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B1076-DF55-E1D9-BBE5-3440364927AC}"/>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D8CB38E-219A-9F92-80CE-88B161C02288}"/>
              </a:ext>
            </a:extLst>
          </p:cNvPr>
          <p:cNvSpPr>
            <a:spLocks noGrp="1"/>
          </p:cNvSpPr>
          <p:nvPr>
            <p:ph type="sldNum" sz="quarter" idx="12"/>
          </p:nvPr>
        </p:nvSpPr>
        <p:spPr/>
        <p:txBody>
          <a:bodyPr/>
          <a:lstStyle/>
          <a:p>
            <a:pPr>
              <a:defRPr/>
            </a:pPr>
            <a:fld id="{706B56AE-B4A2-4048-A9A4-384103193CC3}" type="slidenum">
              <a:rPr lang="en-US" altLang="en-US"/>
              <a:pPr>
                <a:defRPr/>
              </a:pPr>
              <a:t>32</a:t>
            </a:fld>
            <a:endParaRPr lang="en-US" altLang="en-US"/>
          </a:p>
        </p:txBody>
      </p:sp>
      <p:sp>
        <p:nvSpPr>
          <p:cNvPr id="6149" name="Rectangle 2">
            <a:extLst>
              <a:ext uri="{FF2B5EF4-FFF2-40B4-BE49-F238E27FC236}">
                <a16:creationId xmlns:a16="http://schemas.microsoft.com/office/drawing/2014/main" id="{A5AF44DB-F1E4-964B-F389-E39BE4B44669}"/>
              </a:ext>
            </a:extLst>
          </p:cNvPr>
          <p:cNvSpPr>
            <a:spLocks noGrp="1" noChangeArrowheads="1"/>
          </p:cNvSpPr>
          <p:nvPr>
            <p:ph type="title"/>
          </p:nvPr>
        </p:nvSpPr>
        <p:spPr>
          <a:xfrm>
            <a:off x="187906" y="90637"/>
            <a:ext cx="5623614" cy="477753"/>
          </a:xfrm>
        </p:spPr>
        <p:txBody>
          <a:bodyPr>
            <a:normAutofit fontScale="90000"/>
          </a:bodyPr>
          <a:lstStyle/>
          <a:p>
            <a:pPr eaLnBrk="1" hangingPunct="1"/>
            <a:r>
              <a:rPr lang="id-ID" sz="2523" b="1" dirty="0"/>
              <a:t>Personel Sistem Informasi dalam Organisasi ...</a:t>
            </a:r>
          </a:p>
        </p:txBody>
      </p:sp>
      <p:sp>
        <p:nvSpPr>
          <p:cNvPr id="6151" name="Rectangle 5">
            <a:extLst>
              <a:ext uri="{FF2B5EF4-FFF2-40B4-BE49-F238E27FC236}">
                <a16:creationId xmlns:a16="http://schemas.microsoft.com/office/drawing/2014/main" id="{409EE4A9-C43A-D238-FFEC-C1D6F19B706B}"/>
              </a:ext>
            </a:extLst>
          </p:cNvPr>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pic>
        <p:nvPicPr>
          <p:cNvPr id="4" name="Gambar 3">
            <a:extLst>
              <a:ext uri="{FF2B5EF4-FFF2-40B4-BE49-F238E27FC236}">
                <a16:creationId xmlns:a16="http://schemas.microsoft.com/office/drawing/2014/main" id="{07DE8B45-1F06-D0B1-94DE-30F86FF63DFE}"/>
              </a:ext>
            </a:extLst>
          </p:cNvPr>
          <p:cNvPicPr>
            <a:picLocks noChangeAspect="1"/>
          </p:cNvPicPr>
          <p:nvPr/>
        </p:nvPicPr>
        <p:blipFill>
          <a:blip r:embed="rId2"/>
          <a:stretch>
            <a:fillRect/>
          </a:stretch>
        </p:blipFill>
        <p:spPr>
          <a:xfrm>
            <a:off x="142240" y="556287"/>
            <a:ext cx="5792470" cy="3440376"/>
          </a:xfrm>
          <a:prstGeom prst="rect">
            <a:avLst/>
          </a:prstGeom>
        </p:spPr>
      </p:pic>
    </p:spTree>
    <p:extLst>
      <p:ext uri="{BB962C8B-B14F-4D97-AF65-F5344CB8AC3E}">
        <p14:creationId xmlns:p14="http://schemas.microsoft.com/office/powerpoint/2010/main" val="587025312"/>
      </p:ext>
    </p:extLst>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12102-71CB-8E7C-9832-324F89034D1E}"/>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C9A30C33-964E-A9E1-5A70-726B7AC4DDF5}"/>
              </a:ext>
            </a:extLst>
          </p:cNvPr>
          <p:cNvSpPr>
            <a:spLocks noGrp="1"/>
          </p:cNvSpPr>
          <p:nvPr>
            <p:ph type="sldNum" sz="quarter" idx="12"/>
          </p:nvPr>
        </p:nvSpPr>
        <p:spPr/>
        <p:txBody>
          <a:bodyPr/>
          <a:lstStyle/>
          <a:p>
            <a:pPr>
              <a:defRPr/>
            </a:pPr>
            <a:fld id="{706B56AE-B4A2-4048-A9A4-384103193CC3}" type="slidenum">
              <a:rPr lang="en-US" altLang="en-US"/>
              <a:pPr>
                <a:defRPr/>
              </a:pPr>
              <a:t>33</a:t>
            </a:fld>
            <a:endParaRPr lang="en-US" altLang="en-US"/>
          </a:p>
        </p:txBody>
      </p:sp>
      <p:sp>
        <p:nvSpPr>
          <p:cNvPr id="6149" name="Rectangle 2">
            <a:extLst>
              <a:ext uri="{FF2B5EF4-FFF2-40B4-BE49-F238E27FC236}">
                <a16:creationId xmlns:a16="http://schemas.microsoft.com/office/drawing/2014/main" id="{D2D7A95E-64EC-11E9-53E7-617C50AA12D1}"/>
              </a:ext>
            </a:extLst>
          </p:cNvPr>
          <p:cNvSpPr>
            <a:spLocks noGrp="1" noChangeArrowheads="1"/>
          </p:cNvSpPr>
          <p:nvPr>
            <p:ph type="title"/>
          </p:nvPr>
        </p:nvSpPr>
        <p:spPr>
          <a:xfrm>
            <a:off x="226668" y="58720"/>
            <a:ext cx="5623614" cy="349630"/>
          </a:xfrm>
        </p:spPr>
        <p:txBody>
          <a:bodyPr>
            <a:normAutofit fontScale="90000"/>
          </a:bodyPr>
          <a:lstStyle/>
          <a:p>
            <a:pPr eaLnBrk="1" hangingPunct="1"/>
            <a:r>
              <a:rPr lang="id-ID" sz="2523" b="1" dirty="0"/>
              <a:t>Personel Sistem Informasi dalam Organisasi ...</a:t>
            </a:r>
          </a:p>
        </p:txBody>
      </p:sp>
      <p:sp>
        <p:nvSpPr>
          <p:cNvPr id="6151" name="Rectangle 5">
            <a:extLst>
              <a:ext uri="{FF2B5EF4-FFF2-40B4-BE49-F238E27FC236}">
                <a16:creationId xmlns:a16="http://schemas.microsoft.com/office/drawing/2014/main" id="{7D9C6C20-6EE3-894E-5271-F3755F1B8296}"/>
              </a:ext>
            </a:extLst>
          </p:cNvPr>
          <p:cNvSpPr>
            <a:spLocks noChangeArrowheads="1"/>
          </p:cNvSpPr>
          <p:nvPr/>
        </p:nvSpPr>
        <p:spPr bwMode="auto">
          <a:xfrm>
            <a:off x="3175" y="-138114"/>
            <a:ext cx="184731" cy="276229"/>
          </a:xfrm>
          <a:prstGeom prst="rect">
            <a:avLst/>
          </a:prstGeom>
          <a:noFill/>
          <a:ln w="9525">
            <a:noFill/>
            <a:miter lim="800000"/>
            <a:headEnd/>
            <a:tailEnd/>
          </a:ln>
        </p:spPr>
        <p:txBody>
          <a:bodyPr wrap="none" anchor="ctr">
            <a:spAutoFit/>
          </a:bodyPr>
          <a:lstStyle/>
          <a:p>
            <a:endParaRPr lang="en-US" sz="1195"/>
          </a:p>
        </p:txBody>
      </p:sp>
      <p:pic>
        <p:nvPicPr>
          <p:cNvPr id="3" name="Gambar 2">
            <a:extLst>
              <a:ext uri="{FF2B5EF4-FFF2-40B4-BE49-F238E27FC236}">
                <a16:creationId xmlns:a16="http://schemas.microsoft.com/office/drawing/2014/main" id="{280C9F0E-BB00-2118-1322-674E41A68913}"/>
              </a:ext>
            </a:extLst>
          </p:cNvPr>
          <p:cNvPicPr>
            <a:picLocks noChangeAspect="1"/>
          </p:cNvPicPr>
          <p:nvPr/>
        </p:nvPicPr>
        <p:blipFill>
          <a:blip r:embed="rId2"/>
          <a:stretch>
            <a:fillRect/>
          </a:stretch>
        </p:blipFill>
        <p:spPr>
          <a:xfrm>
            <a:off x="325120" y="408350"/>
            <a:ext cx="3176035" cy="4053963"/>
          </a:xfrm>
          <a:prstGeom prst="rect">
            <a:avLst/>
          </a:prstGeom>
        </p:spPr>
      </p:pic>
    </p:spTree>
    <p:extLst>
      <p:ext uri="{BB962C8B-B14F-4D97-AF65-F5344CB8AC3E}">
        <p14:creationId xmlns:p14="http://schemas.microsoft.com/office/powerpoint/2010/main" val="3446304499"/>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C4215-4F46-CDD9-5A34-F8197F0FD4EF}"/>
              </a:ext>
            </a:extLst>
          </p:cNvPr>
          <p:cNvSpPr txBox="1">
            <a:spLocks noChangeArrowheads="1"/>
          </p:cNvSpPr>
          <p:nvPr/>
        </p:nvSpPr>
        <p:spPr>
          <a:xfrm>
            <a:off x="1762125" y="1822556"/>
            <a:ext cx="2809875" cy="719137"/>
          </a:xfrm>
          <a:prstGeom prst="rect">
            <a:avLst/>
          </a:prstGeom>
        </p:spPr>
        <p:txBody>
          <a:bodyPr/>
          <a:lstStyle>
            <a:lvl1pPr algn="l" defTabSz="455737" rtl="0" eaLnBrk="1" latinLnBrk="0" hangingPunct="1">
              <a:lnSpc>
                <a:spcPct val="90000"/>
              </a:lnSpc>
              <a:spcBef>
                <a:spcPct val="0"/>
              </a:spcBef>
              <a:buNone/>
              <a:defRPr sz="2193" kern="1200">
                <a:solidFill>
                  <a:schemeClr val="tx1"/>
                </a:solidFill>
                <a:latin typeface="+mj-lt"/>
                <a:ea typeface="+mj-ea"/>
                <a:cs typeface="+mj-cs"/>
              </a:defRPr>
            </a:lvl1pPr>
          </a:lstStyle>
          <a:p>
            <a:pPr algn="ctr"/>
            <a:r>
              <a:rPr lang="en-US" altLang="en-US" b="1" dirty="0"/>
              <a:t>SELESAI</a:t>
            </a:r>
          </a:p>
        </p:txBody>
      </p:sp>
    </p:spTree>
    <p:extLst>
      <p:ext uri="{BB962C8B-B14F-4D97-AF65-F5344CB8AC3E}">
        <p14:creationId xmlns:p14="http://schemas.microsoft.com/office/powerpoint/2010/main" val="3493550194"/>
      </p:ext>
    </p:extLst>
  </p:cSld>
  <p:clrMapOvr>
    <a:masterClrMapping/>
  </p:clrMapOvr>
</p:sld>
</file>

<file path=ppt/theme/theme1.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TotalTime>
  <Words>1490</Words>
  <Application>Microsoft Office PowerPoint</Application>
  <PresentationFormat>Kustom</PresentationFormat>
  <Paragraphs>134</Paragraphs>
  <Slides>34</Slides>
  <Notes>6</Notes>
  <HiddenSlides>0</HiddenSlides>
  <MMClips>0</MMClips>
  <ScaleCrop>false</ScaleCrop>
  <HeadingPairs>
    <vt:vector size="8" baseType="variant">
      <vt:variant>
        <vt:lpstr>Font Dipakai</vt:lpstr>
      </vt:variant>
      <vt:variant>
        <vt:i4>5</vt:i4>
      </vt:variant>
      <vt:variant>
        <vt:lpstr>Tema</vt:lpstr>
      </vt:variant>
      <vt:variant>
        <vt:i4>1</vt:i4>
      </vt:variant>
      <vt:variant>
        <vt:lpstr>Server OLE Tertanam</vt:lpstr>
      </vt:variant>
      <vt:variant>
        <vt:i4>1</vt:i4>
      </vt:variant>
      <vt:variant>
        <vt:lpstr>Judul Slide</vt:lpstr>
      </vt:variant>
      <vt:variant>
        <vt:i4>34</vt:i4>
      </vt:variant>
    </vt:vector>
  </HeadingPairs>
  <TitlesOfParts>
    <vt:vector size="41" baseType="lpstr">
      <vt:lpstr>Arial</vt:lpstr>
      <vt:lpstr>Bahnschrift</vt:lpstr>
      <vt:lpstr>Calibri</vt:lpstr>
      <vt:lpstr>Calibri Light</vt:lpstr>
      <vt:lpstr>Wingdings</vt:lpstr>
      <vt:lpstr>Tema Office</vt:lpstr>
      <vt:lpstr>Picture</vt:lpstr>
      <vt:lpstr>KONSEP DASAR SISTEM INFORMASI</vt:lpstr>
      <vt:lpstr>Presentasi PowerPoint</vt:lpstr>
      <vt:lpstr>Presentasi PowerPoint</vt:lpstr>
      <vt:lpstr>Presentasi PowerPoint</vt:lpstr>
      <vt:lpstr>Presentasi PowerPoint</vt:lpstr>
      <vt:lpstr>Presentasi PowerPoint</vt:lpstr>
      <vt:lpstr>Apakah Sistem Informasi Itu?</vt:lpstr>
      <vt:lpstr>Presentasi PowerPoint</vt:lpstr>
      <vt:lpstr>Presentasi PowerPoint</vt:lpstr>
      <vt:lpstr>Presentasi PowerPoint</vt:lpstr>
      <vt:lpstr>Presentasi PowerPoint</vt:lpstr>
      <vt:lpstr>Presentasi PowerPoint</vt:lpstr>
      <vt:lpstr>Contoh Sistem Informasi</vt:lpstr>
      <vt:lpstr>Contoh Sistem Informasi ...</vt:lpstr>
      <vt:lpstr>Contoh Sistem Informasi ...</vt:lpstr>
      <vt:lpstr>Transportasi Kereta Api</vt:lpstr>
      <vt:lpstr>Perbankan</vt:lpstr>
      <vt:lpstr>e-Government (e-Gov)</vt:lpstr>
      <vt:lpstr>Sifat Sistem Informasi</vt:lpstr>
      <vt:lpstr>Kemampuan SI (Turban, McLean, dan Wetherbe, 1999)</vt:lpstr>
      <vt:lpstr>Kemampuan SI (Turban, McLean, dan Wetherbe, 1999) ...</vt:lpstr>
      <vt:lpstr>Model SI</vt:lpstr>
      <vt:lpstr>Lingkungan Sosioteknologi (O’Brien, 1996)</vt:lpstr>
      <vt:lpstr>Peranan Sistem Informasi  (Alter, 1992)</vt:lpstr>
      <vt:lpstr>Hubungan Perencanaan, Pengerjaan, dan Pengendalian</vt:lpstr>
      <vt:lpstr>Peran Sistem Informasi dalam Organisasi</vt:lpstr>
      <vt:lpstr>Peran Sistem Informasi dalam Organisasi ...</vt:lpstr>
      <vt:lpstr>Peran Sistem Informasi dalam Organisasi ...</vt:lpstr>
      <vt:lpstr>Kategori Sistem Informasi dalam Organisasi</vt:lpstr>
      <vt:lpstr>Kategori Sistem Informasi dalam Organisasi ...</vt:lpstr>
      <vt:lpstr>Personel Sistem Informasi dalam Organisasi</vt:lpstr>
      <vt:lpstr>Personel Sistem Informasi dalam Organisasi ...</vt:lpstr>
      <vt:lpstr>Personel Sistem Informasi dalam Organisasi ...</vt:lpstr>
      <vt:lpstr>Presentasi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Riyadi Purwanto</cp:lastModifiedBy>
  <cp:revision>18</cp:revision>
  <dcterms:created xsi:type="dcterms:W3CDTF">2026-09-29T00:11:06Z</dcterms:created>
  <dcterms:modified xsi:type="dcterms:W3CDTF">2026-10-06T00:34:44Z</dcterms:modified>
</cp:coreProperties>
</file>